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9144000"/>
  <p:notesSz cx="6858000" cy="9144000"/>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91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pre hlavičk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k-SK"/>
          </a:p>
        </p:txBody>
      </p:sp>
      <p:sp>
        <p:nvSpPr>
          <p:cNvPr id="3" name="Zástupný objekt pre dá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CCB12B-C878-4DCE-AC20-49A2107D3FD6}" type="datetimeFigureOut">
              <a:rPr lang="sk-SK" smtClean="0"/>
              <a:t>10. 9. 2026</a:t>
            </a:fld>
            <a:endParaRPr lang="sk-SK"/>
          </a:p>
        </p:txBody>
      </p:sp>
      <p:sp>
        <p:nvSpPr>
          <p:cNvPr id="4" name="Zástupný objekt pre obrázok snímky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sk-SK"/>
          </a:p>
        </p:txBody>
      </p:sp>
      <p:sp>
        <p:nvSpPr>
          <p:cNvPr id="5" name="Zástupný objekt pre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6" name="Zástupný objekt pre pät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k-SK"/>
          </a:p>
        </p:txBody>
      </p:sp>
      <p:sp>
        <p:nvSpPr>
          <p:cNvPr id="7" name="Zástupný objekt pre číslo snímk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44308B-EE16-49BC-B27D-67E936ED3F36}" type="slidenum">
              <a:rPr lang="sk-SK" smtClean="0"/>
              <a:t>‹#›</a:t>
            </a:fld>
            <a:endParaRPr lang="sk-SK"/>
          </a:p>
        </p:txBody>
      </p:sp>
    </p:spTree>
    <p:extLst>
      <p:ext uri="{BB962C8B-B14F-4D97-AF65-F5344CB8AC3E}">
        <p14:creationId xmlns:p14="http://schemas.microsoft.com/office/powerpoint/2010/main" val="501521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 tejto casti sa pozrieme na zakladny tok kazdeho jednoducheho programu: input, processing a output. Budeme pracovat v Pythone a pri kazdom pojme si povieme aj maly realny priklad. Ciel je rozumiet tomu, odkial program dostava udaje, co s nimi spravi a co ukaze pouzivatelovi.</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1</a:t>
            </a:fld>
            <a:endParaRPr lang="sk-SK"/>
          </a:p>
        </p:txBody>
      </p:sp>
    </p:spTree>
    <p:extLst>
      <p:ext uri="{BB962C8B-B14F-4D97-AF65-F5344CB8AC3E}">
        <p14:creationId xmlns:p14="http://schemas.microsoft.com/office/powerpoint/2010/main" val="3384499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Toto su temy celej kapitoly. Zacneme navrhom programu, potom prejdeme input, output cez print, comments, variables, citanie z klavesnice a vypocty. Na konci si ukazeme formatovanie vystupu a named constants. Nemusite si hned pamatat vsetko, dolezite je chapat, ako tieto casti spolu suvisia.</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2</a:t>
            </a:fld>
            <a:endParaRPr lang="sk-SK"/>
          </a:p>
        </p:txBody>
      </p:sp>
    </p:spTree>
    <p:extLst>
      <p:ext uri="{BB962C8B-B14F-4D97-AF65-F5344CB8AC3E}">
        <p14:creationId xmlns:p14="http://schemas.microsoft.com/office/powerpoint/2010/main" val="2335084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Program nezaciname pisat hned do editora. Najprv si premyslime, co ma robit, potom napiseme code, opravime syntax errors, program otestujeme a opravime logic errors. Syntax error znamena, ze Python code nerozumie, napriklad chyba dvojbodka za if. Logic error znamena, ze program bezi, ale vypocita alebo zobrazi nespravny vysledok.</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3</a:t>
            </a:fld>
            <a:endParaRPr lang="sk-SK"/>
          </a:p>
        </p:txBody>
      </p:sp>
    </p:spTree>
    <p:extLst>
      <p:ext uri="{BB962C8B-B14F-4D97-AF65-F5344CB8AC3E}">
        <p14:creationId xmlns:p14="http://schemas.microsoft.com/office/powerpoint/2010/main" val="2301350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Navrh je najdolezitejsia cast, pretoze ked zle pochopime zadanie, ani pekny code problem nevyriesi. Pri realnom projekte sa pytame: co ma pouzivatel zadat, aky ma byt vysledok a co sa stane pri neplatnom vstupe. Z tychto odpovedi vzniknu requirements. Napriklad pri kalkulacke chceme dve cisla a operaciu, vysledkom bude vypocitana hodnota.</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4</a:t>
            </a:fld>
            <a:endParaRPr lang="sk-SK"/>
          </a:p>
        </p:txBody>
      </p:sp>
    </p:spTree>
    <p:extLst>
      <p:ext uri="{BB962C8B-B14F-4D97-AF65-F5344CB8AC3E}">
        <p14:creationId xmlns:p14="http://schemas.microsoft.com/office/powerpoint/2010/main" val="1059553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Ked uz pozname zadanie, rozdelime ho na male, logicke kroky. Takyto zoznam krokov volame algorithm. Pri vypocte priemeru by kroky boli: nacitat dve znamky, scitat ich, vydelit ich dvoma a zobrazit vysledok. Ak vieme tieto kroky vysvetlit cloveku, vieme ich potom prepisat do code.</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5</a:t>
            </a:fld>
            <a:endParaRPr lang="sk-SK"/>
          </a:p>
        </p:txBody>
      </p:sp>
    </p:spTree>
    <p:extLst>
      <p:ext uri="{BB962C8B-B14F-4D97-AF65-F5344CB8AC3E}">
        <p14:creationId xmlns:p14="http://schemas.microsoft.com/office/powerpoint/2010/main" val="3217947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Pseudocode je neformalny zapis programu, ktory este nemusi dodrziavat Python syntax. Pomaha nam sustredit sa na logiku, nie na zatvorky alebo dvojbodky. Mohli by sme napisat: NACITAJ vek, AK je vek aspon 18, VYPIS dospely. Az potom to prelozime do Pythonu pomocou input a if.</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6</a:t>
            </a:fld>
            <a:endParaRPr lang="sk-SK"/>
          </a:p>
        </p:txBody>
      </p:sp>
    </p:spTree>
    <p:extLst>
      <p:ext uri="{BB962C8B-B14F-4D97-AF65-F5344CB8AC3E}">
        <p14:creationId xmlns:p14="http://schemas.microsoft.com/office/powerpoint/2010/main" val="912192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Flowchart je obrazkovy sposob, ako ukazat kroky programu. Oval znamena zaciatok alebo koniec, rovnobeznik input alebo output a obdlznik spracovanie. Sipky hovoria, v akom poradi program pokracuje. Je to uzitocne hlavne pri zlozitejsej logike, ked chceme vidiet, kde sa program moze rozhodnut roznymi smermi.</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7</a:t>
            </a:fld>
            <a:endParaRPr lang="sk-SK"/>
          </a:p>
        </p:txBody>
      </p:sp>
    </p:spTree>
    <p:extLst>
      <p:ext uri="{BB962C8B-B14F-4D97-AF65-F5344CB8AC3E}">
        <p14:creationId xmlns:p14="http://schemas.microsoft.com/office/powerpoint/2010/main" val="1716655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 tomto obrazku si vsimnite smer sipok. Program zacina, nacita alebo pripravi udaje, vykona spracovanie, zobrazi vysledok a skonci. Takto vyzera zakladna kostra vacsiny jednoduchych programov. Pred pisanim code si skuste podobny tok aspon slovne nacrtnut.</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8</a:t>
            </a:fld>
            <a:endParaRPr lang="sk-SK"/>
          </a:p>
        </p:txBody>
      </p:sp>
    </p:spTree>
    <p:extLst>
      <p:ext uri="{BB962C8B-B14F-4D97-AF65-F5344CB8AC3E}">
        <p14:creationId xmlns:p14="http://schemas.microsoft.com/office/powerpoint/2010/main" val="88615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Vacsina programov funguje v troch krokoch: input, processing a output. Napriklad pri vypocte ceny s DPH je input cena a sadzba DPH, processing je samotny vypocet a output je konecna cena. Input moze prist z klavesnice, suboru alebo internetu. Dnes sa budeme sustredovat najma na input z klavesnice.</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9</a:t>
            </a:fld>
            <a:endParaRPr lang="sk-SK"/>
          </a:p>
        </p:txBody>
      </p:sp>
    </p:spTree>
    <p:extLst>
      <p:ext uri="{BB962C8B-B14F-4D97-AF65-F5344CB8AC3E}">
        <p14:creationId xmlns:p14="http://schemas.microsoft.com/office/powerpoint/2010/main" val="2423574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Function je pripravena cast code, ktora vykona konkretnu ulohu. Function print zobrazi hodnotu na obrazovke. Napriklad print("Ahoj") vypise text Ahoj. Code sa bezne vykonava zhora nadol, takze ak mame dva print prikazy pod sebou, zobrazia sa v rovnakom poradi.</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10</a:t>
            </a:fld>
            <a:endParaRPr lang="sk-SK"/>
          </a:p>
        </p:txBody>
      </p:sp>
    </p:spTree>
    <p:extLst>
      <p:ext uri="{BB962C8B-B14F-4D97-AF65-F5344CB8AC3E}">
        <p14:creationId xmlns:p14="http://schemas.microsoft.com/office/powerpoint/2010/main" val="3786580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String je textova hodnota, teda postupnost znakov. String literal je text, ktory napiseme priamo do code, napriklad "Ahoj". Text musime dat do jednoduchych alebo dvojitych uvodzoviek. Trojite uvodzovky sa hodia pri texte na viac riadkov alebo ked chceme mat v texte aj jednoduche aj dvojite uvodzovky.</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11</a:t>
            </a:fld>
            <a:endParaRPr lang="sk-SK"/>
          </a:p>
        </p:txBody>
      </p:sp>
    </p:spTree>
    <p:extLst>
      <p:ext uri="{BB962C8B-B14F-4D97-AF65-F5344CB8AC3E}">
        <p14:creationId xmlns:p14="http://schemas.microsoft.com/office/powerpoint/2010/main" val="1356763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Comment je poznamka pre cloveka, nie pre Python. Python ju ignoruje, preto comments nemenia spravanie programu. Zacina sa znakom mriezka, teda #. Napriklad riadok # vypocet celkovej ceny vysvetli, co robi nasledujuci code, a neskor sa v nom lahsie zorientujeme.</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12</a:t>
            </a:fld>
            <a:endParaRPr lang="sk-SK"/>
          </a:p>
        </p:txBody>
      </p:sp>
    </p:spTree>
    <p:extLst>
      <p:ext uri="{BB962C8B-B14F-4D97-AF65-F5344CB8AC3E}">
        <p14:creationId xmlns:p14="http://schemas.microsoft.com/office/powerpoint/2010/main" val="25944012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Variable je nazov, pod ktorym si program pamata hodnotu. Ked napiseme age = 29, vytvorime variable age a priradime do nej hodnotu 29. Znak = je assignment operator, teda priradenie, nie otazka, ci su dve hodnoty rovnake. V dalsom code mozeme age pouzit napriklad vo vyraze age + 1.</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13</a:t>
            </a:fld>
            <a:endParaRPr lang="sk-SK"/>
          </a:p>
        </p:txBody>
      </p:sp>
    </p:spTree>
    <p:extLst>
      <p:ext uri="{BB962C8B-B14F-4D97-AF65-F5344CB8AC3E}">
        <p14:creationId xmlns:p14="http://schemas.microsoft.com/office/powerpoint/2010/main" val="2542865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Pri priradeni musi byt variable vzdy nalavo a hodnota alebo vyraz napravo. Napiseme price = 10, nie 10 = price. Ked chceme vypisat hodnotu variable, nepiseme ju do uvodzoviek: print(price) vypise cislo 10, ale print("price") vypise slovo price. Variable musime najprv vytvorit a az potom ju mozeme pouzivat.</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14</a:t>
            </a:fld>
            <a:endParaRPr lang="sk-SK"/>
          </a:p>
        </p:txBody>
      </p:sp>
    </p:spTree>
    <p:extLst>
      <p:ext uri="{BB962C8B-B14F-4D97-AF65-F5344CB8AC3E}">
        <p14:creationId xmlns:p14="http://schemas.microsoft.com/office/powerpoint/2010/main" val="3165704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Nazov variable musi dodrzat pravidla Pythonu. Nemoze obsahovat medzery, nesmie zacinat cislom a nesmie byt Python keyword, napriklad if alebo for. Velke a male pismena sa rozlisuju, takze age a Age su dve rozne variables. V praxi pouzivame vystizne nazvy, napriklad total_price alebo student_name, nie iba x a y.</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15</a:t>
            </a:fld>
            <a:endParaRPr lang="sk-SK"/>
          </a:p>
        </p:txBody>
      </p:sp>
    </p:spTree>
    <p:extLst>
      <p:ext uri="{BB962C8B-B14F-4D97-AF65-F5344CB8AC3E}">
        <p14:creationId xmlns:p14="http://schemas.microsoft.com/office/powerpoint/2010/main" val="42043535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Do jedneho print mozeme vlozit viac poloziek oddelenych ciarkou. Napriklad print("Cena je", price, "eur") zobrazi text, hodnotu variable a jednotku. Python medzi polozky automaticky vlozi medzeru. Je to pohodlne, ked chceme zobrazit text spolu s cislom bez zlozitejsieho skladania stringov.</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16</a:t>
            </a:fld>
            <a:endParaRPr lang="sk-SK"/>
          </a:p>
        </p:txBody>
      </p:sp>
    </p:spTree>
    <p:extLst>
      <p:ext uri="{BB962C8B-B14F-4D97-AF65-F5344CB8AC3E}">
        <p14:creationId xmlns:p14="http://schemas.microsoft.com/office/powerpoint/2010/main" val="138908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Hodnotu vo variable mozeme pocas programu zmenit. Ak napiseme score = 10 a neskor score = 20, variable uz odkazuje na novu hodnotu. Python sa o staru nepotrebnu hodnotu postara cez garbage collection. V Pythone moze ta ista variable neskor obsahovat aj iny typ, ale v beznom code je lepsie menit typ len vtedy, ked to ma jasny dovod.</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17</a:t>
            </a:fld>
            <a:endParaRPr lang="sk-SK"/>
          </a:p>
        </p:txBody>
      </p:sp>
    </p:spTree>
    <p:extLst>
      <p:ext uri="{BB962C8B-B14F-4D97-AF65-F5344CB8AC3E}">
        <p14:creationId xmlns:p14="http://schemas.microsoft.com/office/powerpoint/2010/main" val="2567547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Data type urcuje, aky druh hodnoty mame. int je cele cislo, float je cislo s desatinnou castou a str je text. Cislo 15 je int, cislo 15.0 je float a "15" je string, hoci na obrazovke vyzera podobne. Data type je dolezity, lebo s cislami pocitame a so stringami pracujeme ako s textom.</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18</a:t>
            </a:fld>
            <a:endParaRPr lang="sk-SK"/>
          </a:p>
        </p:txBody>
      </p:sp>
    </p:spTree>
    <p:extLst>
      <p:ext uri="{BB962C8B-B14F-4D97-AF65-F5344CB8AC3E}">
        <p14:creationId xmlns:p14="http://schemas.microsoft.com/office/powerpoint/2010/main" val="26092318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Python je dynamicky typovany jazyk, preto variable nemusi mat stale rovnaky data type. Mozeme napisat value = 10 a neskor value = "desat". Python to dovoli, ale clovek, ktory code cita, sa v tom moze horsie orientovat. Preto pouzivame vystizne nazvy a drzime sa jedneho vyznamu kazdej variable.</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19</a:t>
            </a:fld>
            <a:endParaRPr lang="sk-SK"/>
          </a:p>
        </p:txBody>
      </p:sp>
    </p:spTree>
    <p:extLst>
      <p:ext uri="{BB962C8B-B14F-4D97-AF65-F5344CB8AC3E}">
        <p14:creationId xmlns:p14="http://schemas.microsoft.com/office/powerpoint/2010/main" val="25189573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Ak chceme udaj od pouzivatela, pouzijeme function input. Napriklad name = input("Zadaj meno: "), potom bude variable name obsahovat zadany text. Dolezite je, ze input vzdy vracia string, aj ked pouzivatel napise cislo. Prompt je text v zatvorke, ktory pouzivatelovi povie, co ma zadat.</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20</a:t>
            </a:fld>
            <a:endParaRPr lang="sk-SK"/>
          </a:p>
        </p:txBody>
      </p:sp>
    </p:spTree>
    <p:extLst>
      <p:ext uri="{BB962C8B-B14F-4D97-AF65-F5344CB8AC3E}">
        <p14:creationId xmlns:p14="http://schemas.microsoft.com/office/powerpoint/2010/main" val="41835701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Ked chceme zo vstupu pocitat, musime string skonvertovat. Napriklad age = int(input("Zadaj vek: ")) nacita text a hned ho zmeni na int. Pre desatinne cislo pouzijeme float, napriklad price = float(input("Zadaj cenu: ")). Funguje to iba pri platnom cisle; ak pouzivatel napise abc, program vyhodi exception.</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21</a:t>
            </a:fld>
            <a:endParaRPr lang="sk-SK"/>
          </a:p>
        </p:txBody>
      </p:sp>
    </p:spTree>
    <p:extLst>
      <p:ext uri="{BB962C8B-B14F-4D97-AF65-F5344CB8AC3E}">
        <p14:creationId xmlns:p14="http://schemas.microsoft.com/office/powerpoint/2010/main" val="14135913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Matematicky expression vypocita novu hodnotu. Mame operatory plus, minus, krat a delene a hodnoty okolo nich volame operands. Operator / vzdy vytvori vysledok typu float, teda 7 / 2 je 3.5. Operator // robi celociselne delenie, takze pri kladnych cislach 7 // 2 je 3. Vysledok si typicky ulozime do variable, napriklad total = price * quantity.</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22</a:t>
            </a:fld>
            <a:endParaRPr lang="sk-SK"/>
          </a:p>
        </p:txBody>
      </p:sp>
    </p:spTree>
    <p:extLst>
      <p:ext uri="{BB962C8B-B14F-4D97-AF65-F5344CB8AC3E}">
        <p14:creationId xmlns:p14="http://schemas.microsoft.com/office/powerpoint/2010/main" val="2383500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Python ma poradie operacii podobne ako v matematike. Najprv su zatvorky, potom mocnina, potom nasobenie a delenie, a nakoniec scitanie a odcitanie. Preto 2 + 3 * 4 da 14, nie 20. Ked chceme najprv scitat, napiseme (2 + 3) * 4, vysledok bude 20.</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23</a:t>
            </a:fld>
            <a:endParaRPr lang="sk-SK"/>
          </a:p>
        </p:txBody>
      </p:sp>
    </p:spTree>
    <p:extLst>
      <p:ext uri="{BB962C8B-B14F-4D97-AF65-F5344CB8AC3E}">
        <p14:creationId xmlns:p14="http://schemas.microsoft.com/office/powerpoint/2010/main" val="40116973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Operator ** znamena mocninu, takze 2 ** 3 je 8. Operator % vracia zvysok po deleni, napriklad 5 % 2 je 1. Velmi casto sa pouziva na zistenie parneho cisla: ak number % 2 == 0, cislo je parne. Moze sa pouzit aj pri prevode casu, napriklad na ziskanie zvysnych minut po vypocte hodin.</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24</a:t>
            </a:fld>
            <a:endParaRPr lang="sk-SK"/>
          </a:p>
        </p:txBody>
      </p:sp>
    </p:spTree>
    <p:extLst>
      <p:ext uri="{BB962C8B-B14F-4D97-AF65-F5344CB8AC3E}">
        <p14:creationId xmlns:p14="http://schemas.microsoft.com/office/powerpoint/2010/main" val="35188811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Pri vypocte zalezi na data type. Ked scitame dva int, vysledkom je int; ked je aspon jedna hodnota float, vysledok bude float. Pri konverzii float na int sa desatinna cast odstrani, takze int(3.9) je 3. Pri praci s peniazmi si davajte pozor na zaokruhlovanie; pre uplne presne financne vypocty existuju aj dalsie nastroje, ale zatial budeme pouzivat float.</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25</a:t>
            </a:fld>
            <a:endParaRPr lang="sk-SK"/>
          </a:p>
        </p:txBody>
      </p:sp>
    </p:spTree>
    <p:extLst>
      <p:ext uri="{BB962C8B-B14F-4D97-AF65-F5344CB8AC3E}">
        <p14:creationId xmlns:p14="http://schemas.microsoft.com/office/powerpoint/2010/main" val="27130475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Dlhy riadok code sa zle cita aj opravuje. Mozeme ho rozdelit znakom spatne lomitko, teda backslash, na konci riadku. Napriklad dlhy vypocet rozdelime na viac riadkov, ale Python ho stale chape ako jeden statement. Najdolezitejsie je, aby sa code dal pohodlne precitat.</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26</a:t>
            </a:fld>
            <a:endParaRPr lang="sk-SK"/>
          </a:p>
        </p:txBody>
      </p:sp>
    </p:spTree>
    <p:extLst>
      <p:ext uri="{BB962C8B-B14F-4D97-AF65-F5344CB8AC3E}">
        <p14:creationId xmlns:p14="http://schemas.microsoft.com/office/powerpoint/2010/main" val="22495385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Este prirodzenejsi sposob je rozdelit dlhy vyraz do zatvoriek. Vnutri zatvoriek Python dovoli prejst na novy riadok bez backslash. To vyuzijeme pri dlhom print alebo pri dlhom vypocte. Takyto zapis nemeni vysledok, iba zlepsuje citatelnost.</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27</a:t>
            </a:fld>
            <a:endParaRPr lang="sk-SK"/>
          </a:p>
        </p:txBody>
      </p:sp>
    </p:spTree>
    <p:extLst>
      <p:ext uri="{BB962C8B-B14F-4D97-AF65-F5344CB8AC3E}">
        <p14:creationId xmlns:p14="http://schemas.microsoft.com/office/powerpoint/2010/main" val="5926798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print po kazdom vystupe standardne prida novy riadok. Argument end nam dovoli zmenit, co sa prida na koniec. Napriklad print("A", end=" - ") a potom print("B") zobrazi A - B na jednom riadku. Argument sep meni oddelovac medzi polozkami, napriklad print(2026, 9, 9, sep=".") zobrazi 2026.9.9.</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28</a:t>
            </a:fld>
            <a:endParaRPr lang="sk-SK"/>
          </a:p>
        </p:txBody>
      </p:sp>
    </p:spTree>
    <p:extLst>
      <p:ext uri="{BB962C8B-B14F-4D97-AF65-F5344CB8AC3E}">
        <p14:creationId xmlns:p14="http://schemas.microsoft.com/office/powerpoint/2010/main" val="10218306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 stringoch mozeme pouzit specialne znaky s backslash. 
 znamena novy riadok a 	 vodorovny tabulator. Napriklad print("Meno:\nMarek") vypise text na dva riadky. Operator + pri dvoch stringoch znamena spajanie, teda concatenation: "Ahoj, " + name vytvori jeden dlhsi string.</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29</a:t>
            </a:fld>
            <a:endParaRPr lang="sk-SK"/>
          </a:p>
        </p:txBody>
      </p:sp>
    </p:spTree>
    <p:extLst>
      <p:ext uri="{BB962C8B-B14F-4D97-AF65-F5344CB8AC3E}">
        <p14:creationId xmlns:p14="http://schemas.microsoft.com/office/powerpoint/2010/main" val="28659033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Magic number je cislo v code, pri ktorom nevieme, co presne znamena. Ked vidime amount = balance * 0.069, nevieme bez dalsieho kontextu, ci ide o urok, dan alebo poplatok. Takyto code sa tazsie cita a opravuje. Preto dolezite hodnoty nevolame iba cislom, ale dame im nazov.</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30</a:t>
            </a:fld>
            <a:endParaRPr lang="sk-SK"/>
          </a:p>
        </p:txBody>
      </p:sp>
    </p:spTree>
    <p:extLst>
      <p:ext uri="{BB962C8B-B14F-4D97-AF65-F5344CB8AC3E}">
        <p14:creationId xmlns:p14="http://schemas.microsoft.com/office/powerpoint/2010/main" val="21783355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Magic numbers su problem hlavne pri zmene pravidiel. Ak sa sadzba zmeni a cislo je na desiatich miestach, musime najst a upravit vsetkych desat miest. Pri rucnom prepisovani sa lahko pomylime, napriklad 0.069 napiseme ako 0.0069. Citatelny code je jednoduchsie udrziavat a kontrolovat.</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31</a:t>
            </a:fld>
            <a:endParaRPr lang="sk-SK"/>
          </a:p>
        </p:txBody>
      </p:sp>
    </p:spTree>
    <p:extLst>
      <p:ext uri="{BB962C8B-B14F-4D97-AF65-F5344CB8AC3E}">
        <p14:creationId xmlns:p14="http://schemas.microsoft.com/office/powerpoint/2010/main" val="39255191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Namiesto magic number vytvorime named constant. Napriklad INTEREST_RATE = 0.069 a potom amount = balance * INTEREST_RATE. Podla nazvu hned vidime vyznam hodnoty. V Pythone je constant zvycajne iba dohoda medzi programatormi, preto ju piseme VELKYMI_PISMENAMI a pocas behu programu ju nemenime.</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32</a:t>
            </a:fld>
            <a:endParaRPr lang="sk-SK"/>
          </a:p>
        </p:txBody>
      </p:sp>
    </p:spTree>
    <p:extLst>
      <p:ext uri="{BB962C8B-B14F-4D97-AF65-F5344CB8AC3E}">
        <p14:creationId xmlns:p14="http://schemas.microsoft.com/office/powerpoint/2010/main" val="26145635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Named constants robia code zrozumitelnejsi a jednoduchsi na udrzbu. Ked sa urok zmeni, upravime jednu hodnotu a vsetky vypocty ju zacnu pouzivat. Zaroven znizime riziko preklepov, pretoze dlhsie cislo nepiseme stale znova. Takyto maly navyk robi aj jednoduche programy kvalitnejsie.</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33</a:t>
            </a:fld>
            <a:endParaRPr lang="sk-SK"/>
          </a:p>
        </p:txBody>
      </p:sp>
    </p:spTree>
    <p:extLst>
      <p:ext uri="{BB962C8B-B14F-4D97-AF65-F5344CB8AC3E}">
        <p14:creationId xmlns:p14="http://schemas.microsoft.com/office/powerpoint/2010/main" val="1230331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Zhrnme si kapitolu. Pred code najprv navrhneme kroky programu, potom pracujeme s input, processing a output. Naucili sme sa pouzivat print, comments, variables, input, zakladne vypocty a named constants. Pri dalsich programoch budeme tieto veci spajat s rozhodovanim cez if.</a:t>
            </a:r>
          </a:p>
        </p:txBody>
      </p:sp>
      <p:sp>
        <p:nvSpPr>
          <p:cNvPr id="4" name="Zástupný objekt pre číslo snímky 3"/>
          <p:cNvSpPr>
            <a:spLocks noGrp="1"/>
          </p:cNvSpPr>
          <p:nvPr>
            <p:ph type="sldNum" sz="quarter" idx="5"/>
          </p:nvPr>
        </p:nvSpPr>
        <p:spPr/>
        <p:txBody>
          <a:bodyPr/>
          <a:lstStyle/>
          <a:p>
            <a:fld id="{6644308B-EE16-49BC-B27D-67E936ED3F36}" type="slidenum">
              <a:rPr lang="sk-SK" smtClean="0"/>
              <a:t>34</a:t>
            </a:fld>
            <a:endParaRPr lang="sk-SK"/>
          </a:p>
        </p:txBody>
      </p:sp>
    </p:spTree>
    <p:extLst>
      <p:ext uri="{BB962C8B-B14F-4D97-AF65-F5344CB8AC3E}">
        <p14:creationId xmlns:p14="http://schemas.microsoft.com/office/powerpoint/2010/main" val="3266597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á snímka">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476B8C3-4FAA-340A-8D9F-D3165E09D37A}"/>
              </a:ext>
            </a:extLst>
          </p:cNvPr>
          <p:cNvSpPr>
            <a:spLocks noGrp="1"/>
          </p:cNvSpPr>
          <p:nvPr>
            <p:ph type="ctrTitle"/>
          </p:nvPr>
        </p:nvSpPr>
        <p:spPr>
          <a:xfrm>
            <a:off x="1524000" y="1496484"/>
            <a:ext cx="9144000" cy="3183467"/>
          </a:xfrm>
        </p:spPr>
        <p:txBody>
          <a:bodyPr anchor="b"/>
          <a:lstStyle>
            <a:lvl1pPr algn="ctr">
              <a:defRPr sz="6000"/>
            </a:lvl1pPr>
          </a:lstStyle>
          <a:p>
            <a:r>
              <a:rPr lang="sk-SK"/>
              <a:t>Kliknutím upravte štýl predlohy nadpisu</a:t>
            </a:r>
          </a:p>
        </p:txBody>
      </p:sp>
      <p:sp>
        <p:nvSpPr>
          <p:cNvPr id="3" name="Podnadpis 2">
            <a:extLst>
              <a:ext uri="{FF2B5EF4-FFF2-40B4-BE49-F238E27FC236}">
                <a16:creationId xmlns:a16="http://schemas.microsoft.com/office/drawing/2014/main" id="{48371989-A4D1-3437-6B4E-4B68524321EB}"/>
              </a:ext>
            </a:extLst>
          </p:cNvPr>
          <p:cNvSpPr>
            <a:spLocks noGrp="1"/>
          </p:cNvSpPr>
          <p:nvPr>
            <p:ph type="subTitle" idx="1"/>
          </p:nvPr>
        </p:nvSpPr>
        <p:spPr>
          <a:xfrm>
            <a:off x="1524000" y="4802717"/>
            <a:ext cx="9144000" cy="220768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k-SK"/>
              <a:t>Kliknutím upravte štýl predlohy podnadpisu</a:t>
            </a:r>
          </a:p>
        </p:txBody>
      </p:sp>
      <p:sp>
        <p:nvSpPr>
          <p:cNvPr id="4" name="Zástupný objekt pre dátum 3">
            <a:extLst>
              <a:ext uri="{FF2B5EF4-FFF2-40B4-BE49-F238E27FC236}">
                <a16:creationId xmlns:a16="http://schemas.microsoft.com/office/drawing/2014/main" id="{91D5D229-6201-4E84-7F07-D6C3EAB47366}"/>
              </a:ext>
            </a:extLst>
          </p:cNvPr>
          <p:cNvSpPr>
            <a:spLocks noGrp="1"/>
          </p:cNvSpPr>
          <p:nvPr>
            <p:ph type="dt" sz="half" idx="10"/>
          </p:nvPr>
        </p:nvSpPr>
        <p:spPr/>
        <p:txBody>
          <a:bodyPr/>
          <a:lstStyle/>
          <a:p>
            <a:fld id="{C6BB3EE1-0094-42EE-B967-B196AA311C77}" type="datetimeFigureOut">
              <a:rPr lang="sk-SK" smtClean="0"/>
              <a:t>10. 9. 2026</a:t>
            </a:fld>
            <a:endParaRPr lang="sk-SK"/>
          </a:p>
        </p:txBody>
      </p:sp>
      <p:sp>
        <p:nvSpPr>
          <p:cNvPr id="5" name="Zástupný objekt pre pätu 4">
            <a:extLst>
              <a:ext uri="{FF2B5EF4-FFF2-40B4-BE49-F238E27FC236}">
                <a16:creationId xmlns:a16="http://schemas.microsoft.com/office/drawing/2014/main" id="{1C36C9D3-FAC0-B358-D1CD-5803C24514C4}"/>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87DAC52D-EF79-76E9-821E-B74B448CFA05}"/>
              </a:ext>
            </a:extLst>
          </p:cNvPr>
          <p:cNvSpPr>
            <a:spLocks noGrp="1"/>
          </p:cNvSpPr>
          <p:nvPr>
            <p:ph type="sldNum" sz="quarter" idx="12"/>
          </p:nvPr>
        </p:nvSpPr>
        <p:spPr/>
        <p:txBody>
          <a:bodyPr/>
          <a:lstStyle/>
          <a:p>
            <a:fld id="{D778D0C4-9A21-42A9-9211-EE479BD57595}" type="slidenum">
              <a:rPr lang="sk-SK" smtClean="0"/>
              <a:t>‹#›</a:t>
            </a:fld>
            <a:endParaRPr lang="sk-SK"/>
          </a:p>
        </p:txBody>
      </p:sp>
    </p:spTree>
    <p:extLst>
      <p:ext uri="{BB962C8B-B14F-4D97-AF65-F5344CB8AC3E}">
        <p14:creationId xmlns:p14="http://schemas.microsoft.com/office/powerpoint/2010/main" val="129960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35C5FDF-ED9A-C2DB-2E81-C1C5868CC4B7}"/>
              </a:ext>
            </a:extLst>
          </p:cNvPr>
          <p:cNvSpPr>
            <a:spLocks noGrp="1"/>
          </p:cNvSpPr>
          <p:nvPr>
            <p:ph type="title"/>
          </p:nvPr>
        </p:nvSpPr>
        <p:spPr/>
        <p:txBody>
          <a:bodyPr/>
          <a:lstStyle/>
          <a:p>
            <a:r>
              <a:rPr lang="sk-SK"/>
              <a:t>Kliknutím upravte štýl predlohy nadpisu</a:t>
            </a:r>
          </a:p>
        </p:txBody>
      </p:sp>
      <p:sp>
        <p:nvSpPr>
          <p:cNvPr id="3" name="Zástupný objekt pre obsah 2">
            <a:extLst>
              <a:ext uri="{FF2B5EF4-FFF2-40B4-BE49-F238E27FC236}">
                <a16:creationId xmlns:a16="http://schemas.microsoft.com/office/drawing/2014/main" id="{7155A540-235E-5678-2F40-D374E0DBDD4E}"/>
              </a:ext>
            </a:extLst>
          </p:cNvPr>
          <p:cNvSpPr>
            <a:spLocks noGrp="1"/>
          </p:cNvSpPr>
          <p:nvPr>
            <p:ph idx="1"/>
          </p:nvPr>
        </p:nvSpPr>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2D1833ED-870A-7F10-C6DA-F3777A161D4B}"/>
              </a:ext>
            </a:extLst>
          </p:cNvPr>
          <p:cNvSpPr>
            <a:spLocks noGrp="1"/>
          </p:cNvSpPr>
          <p:nvPr>
            <p:ph type="dt" sz="half" idx="10"/>
          </p:nvPr>
        </p:nvSpPr>
        <p:spPr/>
        <p:txBody>
          <a:bodyPr/>
          <a:lstStyle/>
          <a:p>
            <a:fld id="{C6BB3EE1-0094-42EE-B967-B196AA311C77}" type="datetimeFigureOut">
              <a:rPr lang="sk-SK" smtClean="0"/>
              <a:t>10. 9. 2026</a:t>
            </a:fld>
            <a:endParaRPr lang="sk-SK"/>
          </a:p>
        </p:txBody>
      </p:sp>
      <p:sp>
        <p:nvSpPr>
          <p:cNvPr id="5" name="Zástupný objekt pre pätu 4">
            <a:extLst>
              <a:ext uri="{FF2B5EF4-FFF2-40B4-BE49-F238E27FC236}">
                <a16:creationId xmlns:a16="http://schemas.microsoft.com/office/drawing/2014/main" id="{25F079E6-4F73-A48F-9220-245D6079985F}"/>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308308ED-3763-6208-9842-AC794661980A}"/>
              </a:ext>
            </a:extLst>
          </p:cNvPr>
          <p:cNvSpPr>
            <a:spLocks noGrp="1"/>
          </p:cNvSpPr>
          <p:nvPr>
            <p:ph type="sldNum" sz="quarter" idx="12"/>
          </p:nvPr>
        </p:nvSpPr>
        <p:spPr/>
        <p:txBody>
          <a:bodyPr/>
          <a:lstStyle/>
          <a:p>
            <a:fld id="{D778D0C4-9A21-42A9-9211-EE479BD57595}" type="slidenum">
              <a:rPr lang="sk-SK" smtClean="0"/>
              <a:t>‹#›</a:t>
            </a:fld>
            <a:endParaRPr lang="sk-SK"/>
          </a:p>
        </p:txBody>
      </p:sp>
    </p:spTree>
    <p:extLst>
      <p:ext uri="{BB962C8B-B14F-4D97-AF65-F5344CB8AC3E}">
        <p14:creationId xmlns:p14="http://schemas.microsoft.com/office/powerpoint/2010/main" val="869055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lavička sekci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2713A5A-A334-87E8-B447-8D834F864496}"/>
              </a:ext>
            </a:extLst>
          </p:cNvPr>
          <p:cNvSpPr>
            <a:spLocks noGrp="1"/>
          </p:cNvSpPr>
          <p:nvPr>
            <p:ph type="title"/>
          </p:nvPr>
        </p:nvSpPr>
        <p:spPr>
          <a:xfrm>
            <a:off x="831850" y="2279652"/>
            <a:ext cx="10515600" cy="3803649"/>
          </a:xfrm>
        </p:spPr>
        <p:txBody>
          <a:bodyPr anchor="b"/>
          <a:lstStyle>
            <a:lvl1pPr>
              <a:defRPr sz="6000"/>
            </a:lvl1pPr>
          </a:lstStyle>
          <a:p>
            <a:r>
              <a:rPr lang="sk-SK"/>
              <a:t>Kliknutím upravte štýl predlohy nadpisu</a:t>
            </a:r>
          </a:p>
        </p:txBody>
      </p:sp>
      <p:sp>
        <p:nvSpPr>
          <p:cNvPr id="3" name="Zástupný text 2">
            <a:extLst>
              <a:ext uri="{FF2B5EF4-FFF2-40B4-BE49-F238E27FC236}">
                <a16:creationId xmlns:a16="http://schemas.microsoft.com/office/drawing/2014/main" id="{0745D674-A995-7B22-ED08-DC147FE67C6C}"/>
              </a:ext>
            </a:extLst>
          </p:cNvPr>
          <p:cNvSpPr>
            <a:spLocks noGrp="1"/>
          </p:cNvSpPr>
          <p:nvPr>
            <p:ph type="body" idx="1"/>
          </p:nvPr>
        </p:nvSpPr>
        <p:spPr>
          <a:xfrm>
            <a:off x="831850" y="6119285"/>
            <a:ext cx="10515600" cy="2000249"/>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k-SK"/>
              <a:t>Kliknite sem a upravte štýly predlohy textu</a:t>
            </a:r>
          </a:p>
        </p:txBody>
      </p:sp>
      <p:sp>
        <p:nvSpPr>
          <p:cNvPr id="4" name="Zástupný objekt pre dátum 3">
            <a:extLst>
              <a:ext uri="{FF2B5EF4-FFF2-40B4-BE49-F238E27FC236}">
                <a16:creationId xmlns:a16="http://schemas.microsoft.com/office/drawing/2014/main" id="{9B2A25A0-A58F-FE15-9FE3-2631453F7401}"/>
              </a:ext>
            </a:extLst>
          </p:cNvPr>
          <p:cNvSpPr>
            <a:spLocks noGrp="1"/>
          </p:cNvSpPr>
          <p:nvPr>
            <p:ph type="dt" sz="half" idx="10"/>
          </p:nvPr>
        </p:nvSpPr>
        <p:spPr/>
        <p:txBody>
          <a:bodyPr/>
          <a:lstStyle/>
          <a:p>
            <a:fld id="{C6BB3EE1-0094-42EE-B967-B196AA311C77}" type="datetimeFigureOut">
              <a:rPr lang="sk-SK" smtClean="0"/>
              <a:t>10. 9. 2026</a:t>
            </a:fld>
            <a:endParaRPr lang="sk-SK"/>
          </a:p>
        </p:txBody>
      </p:sp>
      <p:sp>
        <p:nvSpPr>
          <p:cNvPr id="5" name="Zástupný objekt pre pätu 4">
            <a:extLst>
              <a:ext uri="{FF2B5EF4-FFF2-40B4-BE49-F238E27FC236}">
                <a16:creationId xmlns:a16="http://schemas.microsoft.com/office/drawing/2014/main" id="{F6573DEA-8994-49E0-ACDD-D000CC74568C}"/>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64CCDC45-B2F7-6C08-2271-C70DB3ED7A8C}"/>
              </a:ext>
            </a:extLst>
          </p:cNvPr>
          <p:cNvSpPr>
            <a:spLocks noGrp="1"/>
          </p:cNvSpPr>
          <p:nvPr>
            <p:ph type="sldNum" sz="quarter" idx="12"/>
          </p:nvPr>
        </p:nvSpPr>
        <p:spPr/>
        <p:txBody>
          <a:bodyPr/>
          <a:lstStyle/>
          <a:p>
            <a:fld id="{D778D0C4-9A21-42A9-9211-EE479BD57595}" type="slidenum">
              <a:rPr lang="sk-SK" smtClean="0"/>
              <a:t>‹#›</a:t>
            </a:fld>
            <a:endParaRPr lang="sk-SK"/>
          </a:p>
        </p:txBody>
      </p:sp>
    </p:spTree>
    <p:extLst>
      <p:ext uri="{BB962C8B-B14F-4D97-AF65-F5344CB8AC3E}">
        <p14:creationId xmlns:p14="http://schemas.microsoft.com/office/powerpoint/2010/main" val="2025636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B321444-1B57-BF0C-6AB3-338EE209ED52}"/>
              </a:ext>
            </a:extLst>
          </p:cNvPr>
          <p:cNvSpPr>
            <a:spLocks noGrp="1"/>
          </p:cNvSpPr>
          <p:nvPr>
            <p:ph type="title"/>
          </p:nvPr>
        </p:nvSpPr>
        <p:spPr/>
        <p:txBody>
          <a:bodyPr/>
          <a:lstStyle/>
          <a:p>
            <a:r>
              <a:rPr lang="sk-SK"/>
              <a:t>Kliknutím upravte štýl predlohy nadpisu</a:t>
            </a:r>
          </a:p>
        </p:txBody>
      </p:sp>
      <p:sp>
        <p:nvSpPr>
          <p:cNvPr id="3" name="Zástupný objekt pre obsah 2">
            <a:extLst>
              <a:ext uri="{FF2B5EF4-FFF2-40B4-BE49-F238E27FC236}">
                <a16:creationId xmlns:a16="http://schemas.microsoft.com/office/drawing/2014/main" id="{CD6ED0A9-FC2E-7E57-BC45-1BDB3A53CA42}"/>
              </a:ext>
            </a:extLst>
          </p:cNvPr>
          <p:cNvSpPr>
            <a:spLocks noGrp="1"/>
          </p:cNvSpPr>
          <p:nvPr>
            <p:ph sz="half" idx="1"/>
          </p:nvPr>
        </p:nvSpPr>
        <p:spPr>
          <a:xfrm>
            <a:off x="838200" y="2434167"/>
            <a:ext cx="5181600" cy="5801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obsah 3">
            <a:extLst>
              <a:ext uri="{FF2B5EF4-FFF2-40B4-BE49-F238E27FC236}">
                <a16:creationId xmlns:a16="http://schemas.microsoft.com/office/drawing/2014/main" id="{309F5DCC-2305-571E-9D81-DA828B267039}"/>
              </a:ext>
            </a:extLst>
          </p:cNvPr>
          <p:cNvSpPr>
            <a:spLocks noGrp="1"/>
          </p:cNvSpPr>
          <p:nvPr>
            <p:ph sz="half" idx="2"/>
          </p:nvPr>
        </p:nvSpPr>
        <p:spPr>
          <a:xfrm>
            <a:off x="6172200" y="2434167"/>
            <a:ext cx="5181600" cy="5801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5" name="Zástupný objekt pre dátum 4">
            <a:extLst>
              <a:ext uri="{FF2B5EF4-FFF2-40B4-BE49-F238E27FC236}">
                <a16:creationId xmlns:a16="http://schemas.microsoft.com/office/drawing/2014/main" id="{8189FBD9-A848-1E81-F9DC-70E540D366C5}"/>
              </a:ext>
            </a:extLst>
          </p:cNvPr>
          <p:cNvSpPr>
            <a:spLocks noGrp="1"/>
          </p:cNvSpPr>
          <p:nvPr>
            <p:ph type="dt" sz="half" idx="10"/>
          </p:nvPr>
        </p:nvSpPr>
        <p:spPr/>
        <p:txBody>
          <a:bodyPr/>
          <a:lstStyle/>
          <a:p>
            <a:fld id="{C6BB3EE1-0094-42EE-B967-B196AA311C77}" type="datetimeFigureOut">
              <a:rPr lang="sk-SK" smtClean="0"/>
              <a:t>10. 9. 2026</a:t>
            </a:fld>
            <a:endParaRPr lang="sk-SK"/>
          </a:p>
        </p:txBody>
      </p:sp>
      <p:sp>
        <p:nvSpPr>
          <p:cNvPr id="6" name="Zástupný objekt pre pätu 5">
            <a:extLst>
              <a:ext uri="{FF2B5EF4-FFF2-40B4-BE49-F238E27FC236}">
                <a16:creationId xmlns:a16="http://schemas.microsoft.com/office/drawing/2014/main" id="{67C06A56-9E85-F5F3-45CF-88633316EEBA}"/>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5B35C044-1B7F-C016-E3E6-0CC41EFB8096}"/>
              </a:ext>
            </a:extLst>
          </p:cNvPr>
          <p:cNvSpPr>
            <a:spLocks noGrp="1"/>
          </p:cNvSpPr>
          <p:nvPr>
            <p:ph type="sldNum" sz="quarter" idx="12"/>
          </p:nvPr>
        </p:nvSpPr>
        <p:spPr/>
        <p:txBody>
          <a:bodyPr/>
          <a:lstStyle/>
          <a:p>
            <a:fld id="{D778D0C4-9A21-42A9-9211-EE479BD57595}" type="slidenum">
              <a:rPr lang="sk-SK" smtClean="0"/>
              <a:t>‹#›</a:t>
            </a:fld>
            <a:endParaRPr lang="sk-SK"/>
          </a:p>
        </p:txBody>
      </p:sp>
    </p:spTree>
    <p:extLst>
      <p:ext uri="{BB962C8B-B14F-4D97-AF65-F5344CB8AC3E}">
        <p14:creationId xmlns:p14="http://schemas.microsoft.com/office/powerpoint/2010/main" val="3089552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76F9E75-BF13-9C1E-9548-A8CCCD9662FD}"/>
              </a:ext>
            </a:extLst>
          </p:cNvPr>
          <p:cNvSpPr>
            <a:spLocks noGrp="1"/>
          </p:cNvSpPr>
          <p:nvPr>
            <p:ph type="title"/>
          </p:nvPr>
        </p:nvSpPr>
        <p:spPr>
          <a:xfrm>
            <a:off x="839788" y="486834"/>
            <a:ext cx="10515600" cy="1767417"/>
          </a:xfrm>
        </p:spPr>
        <p:txBody>
          <a:bodyPr/>
          <a:lstStyle/>
          <a:p>
            <a:r>
              <a:rPr lang="sk-SK"/>
              <a:t>Kliknutím upravte štýl predlohy nadpisu</a:t>
            </a:r>
          </a:p>
        </p:txBody>
      </p:sp>
      <p:sp>
        <p:nvSpPr>
          <p:cNvPr id="3" name="Zástupný text 2">
            <a:extLst>
              <a:ext uri="{FF2B5EF4-FFF2-40B4-BE49-F238E27FC236}">
                <a16:creationId xmlns:a16="http://schemas.microsoft.com/office/drawing/2014/main" id="{E8194F41-77E9-F8B2-1F6C-17CDE8CCBBEC}"/>
              </a:ext>
            </a:extLst>
          </p:cNvPr>
          <p:cNvSpPr>
            <a:spLocks noGrp="1"/>
          </p:cNvSpPr>
          <p:nvPr>
            <p:ph type="body" idx="1"/>
          </p:nvPr>
        </p:nvSpPr>
        <p:spPr>
          <a:xfrm>
            <a:off x="839789" y="2241551"/>
            <a:ext cx="5157787"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4" name="Zástupný objekt pre obsah 3">
            <a:extLst>
              <a:ext uri="{FF2B5EF4-FFF2-40B4-BE49-F238E27FC236}">
                <a16:creationId xmlns:a16="http://schemas.microsoft.com/office/drawing/2014/main" id="{CB373F66-47D1-8BF7-2C70-607097E8037A}"/>
              </a:ext>
            </a:extLst>
          </p:cNvPr>
          <p:cNvSpPr>
            <a:spLocks noGrp="1"/>
          </p:cNvSpPr>
          <p:nvPr>
            <p:ph sz="half" idx="2"/>
          </p:nvPr>
        </p:nvSpPr>
        <p:spPr>
          <a:xfrm>
            <a:off x="839789" y="3340100"/>
            <a:ext cx="5157787" cy="4912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5" name="Zástupný text 4">
            <a:extLst>
              <a:ext uri="{FF2B5EF4-FFF2-40B4-BE49-F238E27FC236}">
                <a16:creationId xmlns:a16="http://schemas.microsoft.com/office/drawing/2014/main" id="{E2F1743D-0D2E-802F-4D0C-AF696640A9BC}"/>
              </a:ext>
            </a:extLst>
          </p:cNvPr>
          <p:cNvSpPr>
            <a:spLocks noGrp="1"/>
          </p:cNvSpPr>
          <p:nvPr>
            <p:ph type="body" sz="quarter" idx="3"/>
          </p:nvPr>
        </p:nvSpPr>
        <p:spPr>
          <a:xfrm>
            <a:off x="6172200" y="2241551"/>
            <a:ext cx="5183188"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6" name="Zástupný objekt pre obsah 5">
            <a:extLst>
              <a:ext uri="{FF2B5EF4-FFF2-40B4-BE49-F238E27FC236}">
                <a16:creationId xmlns:a16="http://schemas.microsoft.com/office/drawing/2014/main" id="{4DA61130-B161-CE81-1A80-DFF13B60C525}"/>
              </a:ext>
            </a:extLst>
          </p:cNvPr>
          <p:cNvSpPr>
            <a:spLocks noGrp="1"/>
          </p:cNvSpPr>
          <p:nvPr>
            <p:ph sz="quarter" idx="4"/>
          </p:nvPr>
        </p:nvSpPr>
        <p:spPr>
          <a:xfrm>
            <a:off x="6172200" y="3340100"/>
            <a:ext cx="5183188" cy="4912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7" name="Zástupný objekt pre dátum 6">
            <a:extLst>
              <a:ext uri="{FF2B5EF4-FFF2-40B4-BE49-F238E27FC236}">
                <a16:creationId xmlns:a16="http://schemas.microsoft.com/office/drawing/2014/main" id="{B558B8AF-45C3-29BB-FB82-732A6CD12AB2}"/>
              </a:ext>
            </a:extLst>
          </p:cNvPr>
          <p:cNvSpPr>
            <a:spLocks noGrp="1"/>
          </p:cNvSpPr>
          <p:nvPr>
            <p:ph type="dt" sz="half" idx="10"/>
          </p:nvPr>
        </p:nvSpPr>
        <p:spPr/>
        <p:txBody>
          <a:bodyPr/>
          <a:lstStyle/>
          <a:p>
            <a:fld id="{C6BB3EE1-0094-42EE-B967-B196AA311C77}" type="datetimeFigureOut">
              <a:rPr lang="sk-SK" smtClean="0"/>
              <a:t>10. 9. 2026</a:t>
            </a:fld>
            <a:endParaRPr lang="sk-SK"/>
          </a:p>
        </p:txBody>
      </p:sp>
      <p:sp>
        <p:nvSpPr>
          <p:cNvPr id="8" name="Zástupný objekt pre pätu 7">
            <a:extLst>
              <a:ext uri="{FF2B5EF4-FFF2-40B4-BE49-F238E27FC236}">
                <a16:creationId xmlns:a16="http://schemas.microsoft.com/office/drawing/2014/main" id="{672889FE-4A55-6F35-3D1D-DE795D234290}"/>
              </a:ext>
            </a:extLst>
          </p:cNvPr>
          <p:cNvSpPr>
            <a:spLocks noGrp="1"/>
          </p:cNvSpPr>
          <p:nvPr>
            <p:ph type="ftr" sz="quarter" idx="11"/>
          </p:nvPr>
        </p:nvSpPr>
        <p:spPr/>
        <p:txBody>
          <a:bodyPr/>
          <a:lstStyle/>
          <a:p>
            <a:endParaRPr lang="sk-SK"/>
          </a:p>
        </p:txBody>
      </p:sp>
      <p:sp>
        <p:nvSpPr>
          <p:cNvPr id="9" name="Zástupný objekt pre číslo snímky 8">
            <a:extLst>
              <a:ext uri="{FF2B5EF4-FFF2-40B4-BE49-F238E27FC236}">
                <a16:creationId xmlns:a16="http://schemas.microsoft.com/office/drawing/2014/main" id="{50E40EF4-3B54-3E0C-0DBD-1F336B0B83E3}"/>
              </a:ext>
            </a:extLst>
          </p:cNvPr>
          <p:cNvSpPr>
            <a:spLocks noGrp="1"/>
          </p:cNvSpPr>
          <p:nvPr>
            <p:ph type="sldNum" sz="quarter" idx="12"/>
          </p:nvPr>
        </p:nvSpPr>
        <p:spPr/>
        <p:txBody>
          <a:bodyPr/>
          <a:lstStyle/>
          <a:p>
            <a:fld id="{D778D0C4-9A21-42A9-9211-EE479BD57595}" type="slidenum">
              <a:rPr lang="sk-SK" smtClean="0"/>
              <a:t>‹#›</a:t>
            </a:fld>
            <a:endParaRPr lang="sk-SK"/>
          </a:p>
        </p:txBody>
      </p:sp>
    </p:spTree>
    <p:extLst>
      <p:ext uri="{BB962C8B-B14F-4D97-AF65-F5344CB8AC3E}">
        <p14:creationId xmlns:p14="http://schemas.microsoft.com/office/powerpoint/2010/main" val="4035989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Len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80F4383-6DA4-DAB5-619C-06E1DE3FD2A1}"/>
              </a:ext>
            </a:extLst>
          </p:cNvPr>
          <p:cNvSpPr>
            <a:spLocks noGrp="1"/>
          </p:cNvSpPr>
          <p:nvPr>
            <p:ph type="title"/>
          </p:nvPr>
        </p:nvSpPr>
        <p:spPr/>
        <p:txBody>
          <a:bodyPr/>
          <a:lstStyle/>
          <a:p>
            <a:r>
              <a:rPr lang="sk-SK"/>
              <a:t>Kliknutím upravte štýl predlohy nadpisu</a:t>
            </a:r>
          </a:p>
        </p:txBody>
      </p:sp>
      <p:sp>
        <p:nvSpPr>
          <p:cNvPr id="3" name="Zástupný objekt pre dátum 2">
            <a:extLst>
              <a:ext uri="{FF2B5EF4-FFF2-40B4-BE49-F238E27FC236}">
                <a16:creationId xmlns:a16="http://schemas.microsoft.com/office/drawing/2014/main" id="{5BB94A00-B28C-0B3C-0D0B-F9D2FFB6FFC7}"/>
              </a:ext>
            </a:extLst>
          </p:cNvPr>
          <p:cNvSpPr>
            <a:spLocks noGrp="1"/>
          </p:cNvSpPr>
          <p:nvPr>
            <p:ph type="dt" sz="half" idx="10"/>
          </p:nvPr>
        </p:nvSpPr>
        <p:spPr/>
        <p:txBody>
          <a:bodyPr/>
          <a:lstStyle/>
          <a:p>
            <a:fld id="{C6BB3EE1-0094-42EE-B967-B196AA311C77}" type="datetimeFigureOut">
              <a:rPr lang="sk-SK" smtClean="0"/>
              <a:t>10. 9. 2026</a:t>
            </a:fld>
            <a:endParaRPr lang="sk-SK"/>
          </a:p>
        </p:txBody>
      </p:sp>
      <p:sp>
        <p:nvSpPr>
          <p:cNvPr id="4" name="Zástupný objekt pre pätu 3">
            <a:extLst>
              <a:ext uri="{FF2B5EF4-FFF2-40B4-BE49-F238E27FC236}">
                <a16:creationId xmlns:a16="http://schemas.microsoft.com/office/drawing/2014/main" id="{4EDBAB42-6B9B-E7D3-A5C5-4AE6EF4E3C15}"/>
              </a:ext>
            </a:extLst>
          </p:cNvPr>
          <p:cNvSpPr>
            <a:spLocks noGrp="1"/>
          </p:cNvSpPr>
          <p:nvPr>
            <p:ph type="ftr" sz="quarter" idx="11"/>
          </p:nvPr>
        </p:nvSpPr>
        <p:spPr/>
        <p:txBody>
          <a:bodyPr/>
          <a:lstStyle/>
          <a:p>
            <a:endParaRPr lang="sk-SK"/>
          </a:p>
        </p:txBody>
      </p:sp>
      <p:sp>
        <p:nvSpPr>
          <p:cNvPr id="5" name="Zástupný objekt pre číslo snímky 4">
            <a:extLst>
              <a:ext uri="{FF2B5EF4-FFF2-40B4-BE49-F238E27FC236}">
                <a16:creationId xmlns:a16="http://schemas.microsoft.com/office/drawing/2014/main" id="{A6894ACB-3FDC-A276-BDDD-036EA71E1AB6}"/>
              </a:ext>
            </a:extLst>
          </p:cNvPr>
          <p:cNvSpPr>
            <a:spLocks noGrp="1"/>
          </p:cNvSpPr>
          <p:nvPr>
            <p:ph type="sldNum" sz="quarter" idx="12"/>
          </p:nvPr>
        </p:nvSpPr>
        <p:spPr/>
        <p:txBody>
          <a:bodyPr/>
          <a:lstStyle/>
          <a:p>
            <a:fld id="{D778D0C4-9A21-42A9-9211-EE479BD57595}" type="slidenum">
              <a:rPr lang="sk-SK" smtClean="0"/>
              <a:t>‹#›</a:t>
            </a:fld>
            <a:endParaRPr lang="sk-SK"/>
          </a:p>
        </p:txBody>
      </p:sp>
    </p:spTree>
    <p:extLst>
      <p:ext uri="{BB962C8B-B14F-4D97-AF65-F5344CB8AC3E}">
        <p14:creationId xmlns:p14="http://schemas.microsoft.com/office/powerpoint/2010/main" val="2535496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a">
    <p:spTree>
      <p:nvGrpSpPr>
        <p:cNvPr id="1" name=""/>
        <p:cNvGrpSpPr/>
        <p:nvPr/>
      </p:nvGrpSpPr>
      <p:grpSpPr>
        <a:xfrm>
          <a:off x="0" y="0"/>
          <a:ext cx="0" cy="0"/>
          <a:chOff x="0" y="0"/>
          <a:chExt cx="0" cy="0"/>
        </a:xfrm>
      </p:grpSpPr>
      <p:sp>
        <p:nvSpPr>
          <p:cNvPr id="2" name="Zástupný objekt pre dátum 1">
            <a:extLst>
              <a:ext uri="{FF2B5EF4-FFF2-40B4-BE49-F238E27FC236}">
                <a16:creationId xmlns:a16="http://schemas.microsoft.com/office/drawing/2014/main" id="{E0D2A444-DEFB-FA88-5963-193DFF92C8A5}"/>
              </a:ext>
            </a:extLst>
          </p:cNvPr>
          <p:cNvSpPr>
            <a:spLocks noGrp="1"/>
          </p:cNvSpPr>
          <p:nvPr>
            <p:ph type="dt" sz="half" idx="10"/>
          </p:nvPr>
        </p:nvSpPr>
        <p:spPr/>
        <p:txBody>
          <a:bodyPr/>
          <a:lstStyle/>
          <a:p>
            <a:fld id="{C6BB3EE1-0094-42EE-B967-B196AA311C77}" type="datetimeFigureOut">
              <a:rPr lang="sk-SK" smtClean="0"/>
              <a:t>10. 9. 2026</a:t>
            </a:fld>
            <a:endParaRPr lang="sk-SK"/>
          </a:p>
        </p:txBody>
      </p:sp>
      <p:sp>
        <p:nvSpPr>
          <p:cNvPr id="3" name="Zástupný objekt pre pätu 2">
            <a:extLst>
              <a:ext uri="{FF2B5EF4-FFF2-40B4-BE49-F238E27FC236}">
                <a16:creationId xmlns:a16="http://schemas.microsoft.com/office/drawing/2014/main" id="{B5FB0C54-1C58-34FD-30FB-EDCB90B2469F}"/>
              </a:ext>
            </a:extLst>
          </p:cNvPr>
          <p:cNvSpPr>
            <a:spLocks noGrp="1"/>
          </p:cNvSpPr>
          <p:nvPr>
            <p:ph type="ftr" sz="quarter" idx="11"/>
          </p:nvPr>
        </p:nvSpPr>
        <p:spPr/>
        <p:txBody>
          <a:bodyPr/>
          <a:lstStyle/>
          <a:p>
            <a:endParaRPr lang="sk-SK"/>
          </a:p>
        </p:txBody>
      </p:sp>
      <p:sp>
        <p:nvSpPr>
          <p:cNvPr id="4" name="Zástupný objekt pre číslo snímky 3">
            <a:extLst>
              <a:ext uri="{FF2B5EF4-FFF2-40B4-BE49-F238E27FC236}">
                <a16:creationId xmlns:a16="http://schemas.microsoft.com/office/drawing/2014/main" id="{082E939A-DC4B-E808-F9B1-E72B7348B168}"/>
              </a:ext>
            </a:extLst>
          </p:cNvPr>
          <p:cNvSpPr>
            <a:spLocks noGrp="1"/>
          </p:cNvSpPr>
          <p:nvPr>
            <p:ph type="sldNum" sz="quarter" idx="12"/>
          </p:nvPr>
        </p:nvSpPr>
        <p:spPr/>
        <p:txBody>
          <a:bodyPr/>
          <a:lstStyle/>
          <a:p>
            <a:fld id="{D778D0C4-9A21-42A9-9211-EE479BD57595}" type="slidenum">
              <a:rPr lang="sk-SK" smtClean="0"/>
              <a:t>‹#›</a:t>
            </a:fld>
            <a:endParaRPr lang="sk-SK"/>
          </a:p>
        </p:txBody>
      </p:sp>
    </p:spTree>
    <p:extLst>
      <p:ext uri="{BB962C8B-B14F-4D97-AF65-F5344CB8AC3E}">
        <p14:creationId xmlns:p14="http://schemas.microsoft.com/office/powerpoint/2010/main" val="900662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popiso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166A5FD-6CDE-07C0-27A0-607AAAA578CA}"/>
              </a:ext>
            </a:extLst>
          </p:cNvPr>
          <p:cNvSpPr>
            <a:spLocks noGrp="1"/>
          </p:cNvSpPr>
          <p:nvPr>
            <p:ph type="title"/>
          </p:nvPr>
        </p:nvSpPr>
        <p:spPr>
          <a:xfrm>
            <a:off x="839789" y="609600"/>
            <a:ext cx="3932237" cy="2133600"/>
          </a:xfrm>
        </p:spPr>
        <p:txBody>
          <a:bodyPr anchor="b"/>
          <a:lstStyle>
            <a:lvl1pPr>
              <a:defRPr sz="3200"/>
            </a:lvl1pPr>
          </a:lstStyle>
          <a:p>
            <a:r>
              <a:rPr lang="sk-SK"/>
              <a:t>Kliknutím upravte štýl predlohy nadpisu</a:t>
            </a:r>
          </a:p>
        </p:txBody>
      </p:sp>
      <p:sp>
        <p:nvSpPr>
          <p:cNvPr id="3" name="Zástupný objekt pre obsah 2">
            <a:extLst>
              <a:ext uri="{FF2B5EF4-FFF2-40B4-BE49-F238E27FC236}">
                <a16:creationId xmlns:a16="http://schemas.microsoft.com/office/drawing/2014/main" id="{4DAD0BCB-75D2-61D3-BB29-2609A3903B77}"/>
              </a:ext>
            </a:extLst>
          </p:cNvPr>
          <p:cNvSpPr>
            <a:spLocks noGrp="1"/>
          </p:cNvSpPr>
          <p:nvPr>
            <p:ph idx="1"/>
          </p:nvPr>
        </p:nvSpPr>
        <p:spPr>
          <a:xfrm>
            <a:off x="5183188" y="1316567"/>
            <a:ext cx="6172200" cy="64981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text 3">
            <a:extLst>
              <a:ext uri="{FF2B5EF4-FFF2-40B4-BE49-F238E27FC236}">
                <a16:creationId xmlns:a16="http://schemas.microsoft.com/office/drawing/2014/main" id="{EE142DA8-1E67-F886-06DB-8227AE868863}"/>
              </a:ext>
            </a:extLst>
          </p:cNvPr>
          <p:cNvSpPr>
            <a:spLocks noGrp="1"/>
          </p:cNvSpPr>
          <p:nvPr>
            <p:ph type="body" sz="half" idx="2"/>
          </p:nvPr>
        </p:nvSpPr>
        <p:spPr>
          <a:xfrm>
            <a:off x="839789" y="2743200"/>
            <a:ext cx="3932237"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k-SK"/>
              <a:t>Kliknite sem a upravte štýly predlohy textu</a:t>
            </a:r>
          </a:p>
        </p:txBody>
      </p:sp>
      <p:sp>
        <p:nvSpPr>
          <p:cNvPr id="5" name="Zástupný objekt pre dátum 4">
            <a:extLst>
              <a:ext uri="{FF2B5EF4-FFF2-40B4-BE49-F238E27FC236}">
                <a16:creationId xmlns:a16="http://schemas.microsoft.com/office/drawing/2014/main" id="{09710AD7-48B0-AC90-391E-695F99FC35AA}"/>
              </a:ext>
            </a:extLst>
          </p:cNvPr>
          <p:cNvSpPr>
            <a:spLocks noGrp="1"/>
          </p:cNvSpPr>
          <p:nvPr>
            <p:ph type="dt" sz="half" idx="10"/>
          </p:nvPr>
        </p:nvSpPr>
        <p:spPr/>
        <p:txBody>
          <a:bodyPr/>
          <a:lstStyle/>
          <a:p>
            <a:fld id="{C6BB3EE1-0094-42EE-B967-B196AA311C77}" type="datetimeFigureOut">
              <a:rPr lang="sk-SK" smtClean="0"/>
              <a:t>10. 9. 2026</a:t>
            </a:fld>
            <a:endParaRPr lang="sk-SK"/>
          </a:p>
        </p:txBody>
      </p:sp>
      <p:sp>
        <p:nvSpPr>
          <p:cNvPr id="6" name="Zástupný objekt pre pätu 5">
            <a:extLst>
              <a:ext uri="{FF2B5EF4-FFF2-40B4-BE49-F238E27FC236}">
                <a16:creationId xmlns:a16="http://schemas.microsoft.com/office/drawing/2014/main" id="{54614265-D631-E217-7F9E-F86581A58D03}"/>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267E0FF7-52DA-340C-2B37-69D2149CAC19}"/>
              </a:ext>
            </a:extLst>
          </p:cNvPr>
          <p:cNvSpPr>
            <a:spLocks noGrp="1"/>
          </p:cNvSpPr>
          <p:nvPr>
            <p:ph type="sldNum" sz="quarter" idx="12"/>
          </p:nvPr>
        </p:nvSpPr>
        <p:spPr/>
        <p:txBody>
          <a:bodyPr/>
          <a:lstStyle/>
          <a:p>
            <a:fld id="{D778D0C4-9A21-42A9-9211-EE479BD57595}" type="slidenum">
              <a:rPr lang="sk-SK" smtClean="0"/>
              <a:t>‹#›</a:t>
            </a:fld>
            <a:endParaRPr lang="sk-SK"/>
          </a:p>
        </p:txBody>
      </p:sp>
    </p:spTree>
    <p:extLst>
      <p:ext uri="{BB962C8B-B14F-4D97-AF65-F5344CB8AC3E}">
        <p14:creationId xmlns:p14="http://schemas.microsoft.com/office/powerpoint/2010/main" val="1492634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ok s popiso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22E6B02-CDE6-E0D9-2E36-9745A05EF617}"/>
              </a:ext>
            </a:extLst>
          </p:cNvPr>
          <p:cNvSpPr>
            <a:spLocks noGrp="1"/>
          </p:cNvSpPr>
          <p:nvPr>
            <p:ph type="title"/>
          </p:nvPr>
        </p:nvSpPr>
        <p:spPr>
          <a:xfrm>
            <a:off x="839789" y="609600"/>
            <a:ext cx="3932237" cy="2133600"/>
          </a:xfrm>
        </p:spPr>
        <p:txBody>
          <a:bodyPr anchor="b"/>
          <a:lstStyle>
            <a:lvl1pPr>
              <a:defRPr sz="3200"/>
            </a:lvl1pPr>
          </a:lstStyle>
          <a:p>
            <a:r>
              <a:rPr lang="sk-SK"/>
              <a:t>Kliknutím upravte štýl predlohy nadpisu</a:t>
            </a:r>
          </a:p>
        </p:txBody>
      </p:sp>
      <p:sp>
        <p:nvSpPr>
          <p:cNvPr id="3" name="Zástupný objekt pre obrázok 2">
            <a:extLst>
              <a:ext uri="{FF2B5EF4-FFF2-40B4-BE49-F238E27FC236}">
                <a16:creationId xmlns:a16="http://schemas.microsoft.com/office/drawing/2014/main" id="{31F600D1-4F46-F624-2A3D-C81F045DBAC3}"/>
              </a:ext>
            </a:extLst>
          </p:cNvPr>
          <p:cNvSpPr>
            <a:spLocks noGrp="1"/>
          </p:cNvSpPr>
          <p:nvPr>
            <p:ph type="pic" idx="1"/>
          </p:nvPr>
        </p:nvSpPr>
        <p:spPr>
          <a:xfrm>
            <a:off x="5183188" y="1316567"/>
            <a:ext cx="6172200" cy="649816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k-SK"/>
          </a:p>
        </p:txBody>
      </p:sp>
      <p:sp>
        <p:nvSpPr>
          <p:cNvPr id="4" name="Zástupný text 3">
            <a:extLst>
              <a:ext uri="{FF2B5EF4-FFF2-40B4-BE49-F238E27FC236}">
                <a16:creationId xmlns:a16="http://schemas.microsoft.com/office/drawing/2014/main" id="{FD57402B-51CD-2DBE-1629-C25B78E8D710}"/>
              </a:ext>
            </a:extLst>
          </p:cNvPr>
          <p:cNvSpPr>
            <a:spLocks noGrp="1"/>
          </p:cNvSpPr>
          <p:nvPr>
            <p:ph type="body" sz="half" idx="2"/>
          </p:nvPr>
        </p:nvSpPr>
        <p:spPr>
          <a:xfrm>
            <a:off x="839789" y="2743200"/>
            <a:ext cx="3932237"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k-SK"/>
              <a:t>Kliknite sem a upravte štýly predlohy textu</a:t>
            </a:r>
          </a:p>
        </p:txBody>
      </p:sp>
      <p:sp>
        <p:nvSpPr>
          <p:cNvPr id="5" name="Zástupný objekt pre dátum 4">
            <a:extLst>
              <a:ext uri="{FF2B5EF4-FFF2-40B4-BE49-F238E27FC236}">
                <a16:creationId xmlns:a16="http://schemas.microsoft.com/office/drawing/2014/main" id="{3262ECE2-AE56-0249-FA2F-60B124AAA718}"/>
              </a:ext>
            </a:extLst>
          </p:cNvPr>
          <p:cNvSpPr>
            <a:spLocks noGrp="1"/>
          </p:cNvSpPr>
          <p:nvPr>
            <p:ph type="dt" sz="half" idx="10"/>
          </p:nvPr>
        </p:nvSpPr>
        <p:spPr/>
        <p:txBody>
          <a:bodyPr/>
          <a:lstStyle/>
          <a:p>
            <a:fld id="{C6BB3EE1-0094-42EE-B967-B196AA311C77}" type="datetimeFigureOut">
              <a:rPr lang="sk-SK" smtClean="0"/>
              <a:t>10. 9. 2026</a:t>
            </a:fld>
            <a:endParaRPr lang="sk-SK"/>
          </a:p>
        </p:txBody>
      </p:sp>
      <p:sp>
        <p:nvSpPr>
          <p:cNvPr id="6" name="Zástupný objekt pre pätu 5">
            <a:extLst>
              <a:ext uri="{FF2B5EF4-FFF2-40B4-BE49-F238E27FC236}">
                <a16:creationId xmlns:a16="http://schemas.microsoft.com/office/drawing/2014/main" id="{63F3BC8C-A0A5-A7E1-F6DB-725EC64D9758}"/>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F9729888-2EAF-B8D8-0B90-1D8F92CBDEB6}"/>
              </a:ext>
            </a:extLst>
          </p:cNvPr>
          <p:cNvSpPr>
            <a:spLocks noGrp="1"/>
          </p:cNvSpPr>
          <p:nvPr>
            <p:ph type="sldNum" sz="quarter" idx="12"/>
          </p:nvPr>
        </p:nvSpPr>
        <p:spPr/>
        <p:txBody>
          <a:bodyPr/>
          <a:lstStyle/>
          <a:p>
            <a:fld id="{D778D0C4-9A21-42A9-9211-EE479BD57595}" type="slidenum">
              <a:rPr lang="sk-SK" smtClean="0"/>
              <a:t>‹#›</a:t>
            </a:fld>
            <a:endParaRPr lang="sk-SK"/>
          </a:p>
        </p:txBody>
      </p:sp>
    </p:spTree>
    <p:extLst>
      <p:ext uri="{BB962C8B-B14F-4D97-AF65-F5344CB8AC3E}">
        <p14:creationId xmlns:p14="http://schemas.microsoft.com/office/powerpoint/2010/main" val="865691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z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18DEFCE-8880-6BB3-B4B7-91E2B2C60BD2}"/>
              </a:ext>
            </a:extLst>
          </p:cNvPr>
          <p:cNvSpPr>
            <a:spLocks noGrp="1"/>
          </p:cNvSpPr>
          <p:nvPr>
            <p:ph type="title"/>
          </p:nvPr>
        </p:nvSpPr>
        <p:spPr/>
        <p:txBody>
          <a:bodyPr/>
          <a:lstStyle/>
          <a:p>
            <a:r>
              <a:rPr lang="sk-SK"/>
              <a:t>Kliknutím upravte štýl predlohy nadpisu</a:t>
            </a:r>
          </a:p>
        </p:txBody>
      </p:sp>
      <p:sp>
        <p:nvSpPr>
          <p:cNvPr id="3" name="Zástupný zvislý text 2">
            <a:extLst>
              <a:ext uri="{FF2B5EF4-FFF2-40B4-BE49-F238E27FC236}">
                <a16:creationId xmlns:a16="http://schemas.microsoft.com/office/drawing/2014/main" id="{9EF33D7A-94DD-4682-57E5-686A9BBA89B4}"/>
              </a:ext>
            </a:extLst>
          </p:cNvPr>
          <p:cNvSpPr>
            <a:spLocks noGrp="1"/>
          </p:cNvSpPr>
          <p:nvPr>
            <p:ph type="body" orient="vert" idx="1"/>
          </p:nvPr>
        </p:nvSpPr>
        <p:spPr/>
        <p:txBody>
          <a:bodyPr vert="eaVert"/>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426DCBE2-38F9-EA86-834A-C7866A24BC10}"/>
              </a:ext>
            </a:extLst>
          </p:cNvPr>
          <p:cNvSpPr>
            <a:spLocks noGrp="1"/>
          </p:cNvSpPr>
          <p:nvPr>
            <p:ph type="dt" sz="half" idx="10"/>
          </p:nvPr>
        </p:nvSpPr>
        <p:spPr/>
        <p:txBody>
          <a:bodyPr/>
          <a:lstStyle/>
          <a:p>
            <a:fld id="{C6BB3EE1-0094-42EE-B967-B196AA311C77}" type="datetimeFigureOut">
              <a:rPr lang="sk-SK" smtClean="0"/>
              <a:t>10. 9. 2026</a:t>
            </a:fld>
            <a:endParaRPr lang="sk-SK"/>
          </a:p>
        </p:txBody>
      </p:sp>
      <p:sp>
        <p:nvSpPr>
          <p:cNvPr id="5" name="Zástupný objekt pre pätu 4">
            <a:extLst>
              <a:ext uri="{FF2B5EF4-FFF2-40B4-BE49-F238E27FC236}">
                <a16:creationId xmlns:a16="http://schemas.microsoft.com/office/drawing/2014/main" id="{EB18435B-AF79-5D88-4122-265B8EF30F18}"/>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8AB42CC0-57B6-5B3C-2F04-F92C663763F8}"/>
              </a:ext>
            </a:extLst>
          </p:cNvPr>
          <p:cNvSpPr>
            <a:spLocks noGrp="1"/>
          </p:cNvSpPr>
          <p:nvPr>
            <p:ph type="sldNum" sz="quarter" idx="12"/>
          </p:nvPr>
        </p:nvSpPr>
        <p:spPr/>
        <p:txBody>
          <a:bodyPr/>
          <a:lstStyle/>
          <a:p>
            <a:fld id="{D778D0C4-9A21-42A9-9211-EE479BD57595}" type="slidenum">
              <a:rPr lang="sk-SK" smtClean="0"/>
              <a:t>‹#›</a:t>
            </a:fld>
            <a:endParaRPr lang="sk-SK"/>
          </a:p>
        </p:txBody>
      </p:sp>
    </p:spTree>
    <p:extLst>
      <p:ext uri="{BB962C8B-B14F-4D97-AF65-F5344CB8AC3E}">
        <p14:creationId xmlns:p14="http://schemas.microsoft.com/office/powerpoint/2010/main" val="1431416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Zvislý nadpis a text">
    <p:spTree>
      <p:nvGrpSpPr>
        <p:cNvPr id="1" name=""/>
        <p:cNvGrpSpPr/>
        <p:nvPr/>
      </p:nvGrpSpPr>
      <p:grpSpPr>
        <a:xfrm>
          <a:off x="0" y="0"/>
          <a:ext cx="0" cy="0"/>
          <a:chOff x="0" y="0"/>
          <a:chExt cx="0" cy="0"/>
        </a:xfrm>
      </p:grpSpPr>
      <p:sp>
        <p:nvSpPr>
          <p:cNvPr id="2" name="Zvislý nadpis 1">
            <a:extLst>
              <a:ext uri="{FF2B5EF4-FFF2-40B4-BE49-F238E27FC236}">
                <a16:creationId xmlns:a16="http://schemas.microsoft.com/office/drawing/2014/main" id="{F0A35030-A3E0-32EA-EE31-E863CF4C4CC1}"/>
              </a:ext>
            </a:extLst>
          </p:cNvPr>
          <p:cNvSpPr>
            <a:spLocks noGrp="1"/>
          </p:cNvSpPr>
          <p:nvPr>
            <p:ph type="title" orient="vert"/>
          </p:nvPr>
        </p:nvSpPr>
        <p:spPr>
          <a:xfrm>
            <a:off x="8724900" y="486834"/>
            <a:ext cx="2628900" cy="7749117"/>
          </a:xfrm>
        </p:spPr>
        <p:txBody>
          <a:bodyPr vert="eaVert"/>
          <a:lstStyle/>
          <a:p>
            <a:r>
              <a:rPr lang="sk-SK"/>
              <a:t>Kliknutím upravte štýl predlohy nadpisu</a:t>
            </a:r>
          </a:p>
        </p:txBody>
      </p:sp>
      <p:sp>
        <p:nvSpPr>
          <p:cNvPr id="3" name="Zástupný zvislý text 2">
            <a:extLst>
              <a:ext uri="{FF2B5EF4-FFF2-40B4-BE49-F238E27FC236}">
                <a16:creationId xmlns:a16="http://schemas.microsoft.com/office/drawing/2014/main" id="{5F27599E-6840-4647-9F2F-6B86C25AECC0}"/>
              </a:ext>
            </a:extLst>
          </p:cNvPr>
          <p:cNvSpPr>
            <a:spLocks noGrp="1"/>
          </p:cNvSpPr>
          <p:nvPr>
            <p:ph type="body" orient="vert" idx="1"/>
          </p:nvPr>
        </p:nvSpPr>
        <p:spPr>
          <a:xfrm>
            <a:off x="838200" y="486834"/>
            <a:ext cx="7734300" cy="7749117"/>
          </a:xfrm>
        </p:spPr>
        <p:txBody>
          <a:bodyPr vert="eaVert"/>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9752D4AE-163A-4C16-040B-5A5638D231F5}"/>
              </a:ext>
            </a:extLst>
          </p:cNvPr>
          <p:cNvSpPr>
            <a:spLocks noGrp="1"/>
          </p:cNvSpPr>
          <p:nvPr>
            <p:ph type="dt" sz="half" idx="10"/>
          </p:nvPr>
        </p:nvSpPr>
        <p:spPr/>
        <p:txBody>
          <a:bodyPr/>
          <a:lstStyle/>
          <a:p>
            <a:fld id="{C6BB3EE1-0094-42EE-B967-B196AA311C77}" type="datetimeFigureOut">
              <a:rPr lang="sk-SK" smtClean="0"/>
              <a:t>10. 9. 2026</a:t>
            </a:fld>
            <a:endParaRPr lang="sk-SK"/>
          </a:p>
        </p:txBody>
      </p:sp>
      <p:sp>
        <p:nvSpPr>
          <p:cNvPr id="5" name="Zástupný objekt pre pätu 4">
            <a:extLst>
              <a:ext uri="{FF2B5EF4-FFF2-40B4-BE49-F238E27FC236}">
                <a16:creationId xmlns:a16="http://schemas.microsoft.com/office/drawing/2014/main" id="{5643D769-95FF-E2AE-BDC4-9108777E4D4F}"/>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D6A46908-CA9D-16E5-A7EA-EE9D555233EA}"/>
              </a:ext>
            </a:extLst>
          </p:cNvPr>
          <p:cNvSpPr>
            <a:spLocks noGrp="1"/>
          </p:cNvSpPr>
          <p:nvPr>
            <p:ph type="sldNum" sz="quarter" idx="12"/>
          </p:nvPr>
        </p:nvSpPr>
        <p:spPr/>
        <p:txBody>
          <a:bodyPr/>
          <a:lstStyle/>
          <a:p>
            <a:fld id="{D778D0C4-9A21-42A9-9211-EE479BD57595}" type="slidenum">
              <a:rPr lang="sk-SK" smtClean="0"/>
              <a:t>‹#›</a:t>
            </a:fld>
            <a:endParaRPr lang="sk-SK"/>
          </a:p>
        </p:txBody>
      </p:sp>
    </p:spTree>
    <p:extLst>
      <p:ext uri="{BB962C8B-B14F-4D97-AF65-F5344CB8AC3E}">
        <p14:creationId xmlns:p14="http://schemas.microsoft.com/office/powerpoint/2010/main" val="2766002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pre nadpis 1">
            <a:extLst>
              <a:ext uri="{FF2B5EF4-FFF2-40B4-BE49-F238E27FC236}">
                <a16:creationId xmlns:a16="http://schemas.microsoft.com/office/drawing/2014/main" id="{A07E18C8-AD71-77BE-B742-1C474CBD842E}"/>
              </a:ext>
            </a:extLst>
          </p:cNvPr>
          <p:cNvSpPr>
            <a:spLocks noGrp="1"/>
          </p:cNvSpPr>
          <p:nvPr>
            <p:ph type="title"/>
          </p:nvPr>
        </p:nvSpPr>
        <p:spPr>
          <a:xfrm>
            <a:off x="838200" y="486834"/>
            <a:ext cx="10515600" cy="1767417"/>
          </a:xfrm>
          <a:prstGeom prst="rect">
            <a:avLst/>
          </a:prstGeom>
        </p:spPr>
        <p:txBody>
          <a:bodyPr vert="horz" lIns="91440" tIns="45720" rIns="91440" bIns="45720" rtlCol="0" anchor="ctr">
            <a:normAutofit/>
          </a:bodyPr>
          <a:lstStyle/>
          <a:p>
            <a:r>
              <a:rPr lang="sk-SK"/>
              <a:t>Kliknutím upravte štýl predlohy nadpisu</a:t>
            </a:r>
          </a:p>
        </p:txBody>
      </p:sp>
      <p:sp>
        <p:nvSpPr>
          <p:cNvPr id="3" name="Zástupný text 2">
            <a:extLst>
              <a:ext uri="{FF2B5EF4-FFF2-40B4-BE49-F238E27FC236}">
                <a16:creationId xmlns:a16="http://schemas.microsoft.com/office/drawing/2014/main" id="{7563FBF7-F42F-8B37-5453-8C563A7E6449}"/>
              </a:ext>
            </a:extLst>
          </p:cNvPr>
          <p:cNvSpPr>
            <a:spLocks noGrp="1"/>
          </p:cNvSpPr>
          <p:nvPr>
            <p:ph type="body" idx="1"/>
          </p:nvPr>
        </p:nvSpPr>
        <p:spPr>
          <a:xfrm>
            <a:off x="838200" y="2434167"/>
            <a:ext cx="10515600" cy="5801784"/>
          </a:xfrm>
          <a:prstGeom prst="rect">
            <a:avLst/>
          </a:prstGeom>
        </p:spPr>
        <p:txBody>
          <a:bodyPr vert="horz" lIns="91440" tIns="45720" rIns="91440" bIns="45720" rtlCol="0">
            <a:normAutofit/>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666E4858-5995-F93F-7BC8-A39BA51EEB9A}"/>
              </a:ext>
            </a:extLst>
          </p:cNvPr>
          <p:cNvSpPr>
            <a:spLocks noGrp="1"/>
          </p:cNvSpPr>
          <p:nvPr>
            <p:ph type="dt" sz="half" idx="2"/>
          </p:nvPr>
        </p:nvSpPr>
        <p:spPr>
          <a:xfrm>
            <a:off x="838200" y="8475134"/>
            <a:ext cx="2743200" cy="486833"/>
          </a:xfrm>
          <a:prstGeom prst="rect">
            <a:avLst/>
          </a:prstGeom>
        </p:spPr>
        <p:txBody>
          <a:bodyPr vert="horz" lIns="91440" tIns="45720" rIns="91440" bIns="45720" rtlCol="0" anchor="ctr"/>
          <a:lstStyle>
            <a:lvl1pPr algn="l">
              <a:defRPr sz="1200">
                <a:solidFill>
                  <a:schemeClr val="tx1">
                    <a:tint val="82000"/>
                  </a:schemeClr>
                </a:solidFill>
              </a:defRPr>
            </a:lvl1pPr>
          </a:lstStyle>
          <a:p>
            <a:fld id="{C6BB3EE1-0094-42EE-B967-B196AA311C77}" type="datetimeFigureOut">
              <a:rPr lang="sk-SK" smtClean="0"/>
              <a:t>10. 9. 2026</a:t>
            </a:fld>
            <a:endParaRPr lang="sk-SK"/>
          </a:p>
        </p:txBody>
      </p:sp>
      <p:sp>
        <p:nvSpPr>
          <p:cNvPr id="5" name="Zástupný objekt pre pätu 4">
            <a:extLst>
              <a:ext uri="{FF2B5EF4-FFF2-40B4-BE49-F238E27FC236}">
                <a16:creationId xmlns:a16="http://schemas.microsoft.com/office/drawing/2014/main" id="{5E1FFB08-EE3F-D33B-970B-25FB14A9F3C5}"/>
              </a:ext>
            </a:extLst>
          </p:cNvPr>
          <p:cNvSpPr>
            <a:spLocks noGrp="1"/>
          </p:cNvSpPr>
          <p:nvPr>
            <p:ph type="ftr" sz="quarter" idx="3"/>
          </p:nvPr>
        </p:nvSpPr>
        <p:spPr>
          <a:xfrm>
            <a:off x="4038600" y="8475134"/>
            <a:ext cx="4114800" cy="486833"/>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k-SK"/>
          </a:p>
        </p:txBody>
      </p:sp>
      <p:sp>
        <p:nvSpPr>
          <p:cNvPr id="6" name="Zástupný objekt pre číslo snímky 5">
            <a:extLst>
              <a:ext uri="{FF2B5EF4-FFF2-40B4-BE49-F238E27FC236}">
                <a16:creationId xmlns:a16="http://schemas.microsoft.com/office/drawing/2014/main" id="{ACDBB283-C7EB-02E3-26E8-83A6751F73E4}"/>
              </a:ext>
            </a:extLst>
          </p:cNvPr>
          <p:cNvSpPr>
            <a:spLocks noGrp="1"/>
          </p:cNvSpPr>
          <p:nvPr>
            <p:ph type="sldNum" sz="quarter" idx="4"/>
          </p:nvPr>
        </p:nvSpPr>
        <p:spPr>
          <a:xfrm>
            <a:off x="8610600" y="8475134"/>
            <a:ext cx="2743200" cy="486833"/>
          </a:xfrm>
          <a:prstGeom prst="rect">
            <a:avLst/>
          </a:prstGeom>
        </p:spPr>
        <p:txBody>
          <a:bodyPr vert="horz" lIns="91440" tIns="45720" rIns="91440" bIns="45720" rtlCol="0" anchor="ctr"/>
          <a:lstStyle>
            <a:lvl1pPr algn="r">
              <a:defRPr sz="1200">
                <a:solidFill>
                  <a:schemeClr val="tx1">
                    <a:tint val="82000"/>
                  </a:schemeClr>
                </a:solidFill>
              </a:defRPr>
            </a:lvl1pPr>
          </a:lstStyle>
          <a:p>
            <a:fld id="{D778D0C4-9A21-42A9-9211-EE479BD57595}" type="slidenum">
              <a:rPr lang="sk-SK" smtClean="0"/>
              <a:t>‹#›</a:t>
            </a:fld>
            <a:endParaRPr lang="sk-SK"/>
          </a:p>
        </p:txBody>
      </p:sp>
    </p:spTree>
    <p:extLst>
      <p:ext uri="{BB962C8B-B14F-4D97-AF65-F5344CB8AC3E}">
        <p14:creationId xmlns:p14="http://schemas.microsoft.com/office/powerpoint/2010/main" val="14951007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C2C23A52-F84D-BB5F-EED5-D08156917A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052982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1C52DD02-9740-5E63-23A4-C14653D1A88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900936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D70420A8-3412-4EC2-0E6F-2E98C6B0853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804418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DAD99903-C03E-3764-BD8F-E04CFC4C4C7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795250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324D32BB-E0C8-6F5D-D0B8-B061AD6E341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4222233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3F18B92A-ADB0-CDEE-6A06-5FEFF1EA547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546365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33901FC4-A2EC-C3B9-E23B-2B1C1783245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243784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8C591975-E64A-0CDC-D040-8A781688B1F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4" name="Obrázok 3">
            <a:extLst>
              <a:ext uri="{FF2B5EF4-FFF2-40B4-BE49-F238E27FC236}">
                <a16:creationId xmlns:a16="http://schemas.microsoft.com/office/drawing/2014/main" id="{FA4BD93C-AFC4-C4BF-7722-DE2F3FBBD449}"/>
              </a:ext>
            </a:extLst>
          </p:cNvPr>
          <p:cNvPicPr>
            <a:picLocks noChangeAspect="1"/>
          </p:cNvPicPr>
          <p:nvPr/>
        </p:nvPicPr>
        <p:blipFill>
          <a:blip r:embed="rId4"/>
          <a:stretch>
            <a:fillRect/>
          </a:stretch>
        </p:blipFill>
        <p:spPr>
          <a:xfrm>
            <a:off x="640286" y="103970"/>
            <a:ext cx="7345474" cy="8509511"/>
          </a:xfrm>
          <a:prstGeom prst="rect">
            <a:avLst/>
          </a:prstGeom>
        </p:spPr>
      </p:pic>
    </p:spTree>
    <p:extLst>
      <p:ext uri="{BB962C8B-B14F-4D97-AF65-F5344CB8AC3E}">
        <p14:creationId xmlns:p14="http://schemas.microsoft.com/office/powerpoint/2010/main" val="3019420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51FD2B29-F795-D401-9CB5-092869905C6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135713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C0160D10-02A2-7B57-5073-E761C4F9D75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596015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B1436124-AD38-37F5-6F26-D2E3CD26372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543932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39882555-B3F2-290E-5A4E-1C9728AFFD1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287300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2AFAABD4-CFF1-D53E-1409-AF4D6E4AA2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806024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C01E08FE-77A2-8028-918C-D765037E4A5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377048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D33B7E19-0629-7AED-E1FC-512CBB4B5F9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286390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B44DD144-CAE3-0772-1438-1FAFDA3866C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630145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389AE585-4581-5C1F-9531-86760BD7E7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545660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E530D1E6-8461-3107-400E-5493D7D6B76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053628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B1E865AE-B609-9CA7-3BE3-86C14FFCF28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pic>
        <p:nvPicPr>
          <p:cNvPr id="4" name="Obrázok 3">
            <a:extLst>
              <a:ext uri="{FF2B5EF4-FFF2-40B4-BE49-F238E27FC236}">
                <a16:creationId xmlns:a16="http://schemas.microsoft.com/office/drawing/2014/main" id="{D0E58760-CEC0-A186-AEF5-011A60A55991}"/>
              </a:ext>
            </a:extLst>
          </p:cNvPr>
          <p:cNvPicPr>
            <a:picLocks noChangeAspect="1"/>
          </p:cNvPicPr>
          <p:nvPr/>
        </p:nvPicPr>
        <p:blipFill>
          <a:blip r:embed="rId4"/>
          <a:stretch>
            <a:fillRect/>
          </a:stretch>
        </p:blipFill>
        <p:spPr>
          <a:xfrm>
            <a:off x="1247486" y="3852672"/>
            <a:ext cx="9501258" cy="4295991"/>
          </a:xfrm>
          <a:prstGeom prst="rect">
            <a:avLst/>
          </a:prstGeom>
        </p:spPr>
      </p:pic>
    </p:spTree>
    <p:extLst>
      <p:ext uri="{BB962C8B-B14F-4D97-AF65-F5344CB8AC3E}">
        <p14:creationId xmlns:p14="http://schemas.microsoft.com/office/powerpoint/2010/main" val="1728124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5FDA0090-A0BA-1A0C-B667-6E643A4200A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206265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B035994D-6F3E-F923-19FF-8CCB20D27E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936530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8B535366-7384-FE88-124F-03A27E02881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78439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E6D598D5-804C-0594-2F29-355C7E815BA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376529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F80C73E2-FB03-A0D5-C60B-BA975886D67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915707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B1D76EA7-157E-9EF8-50C8-52EA14DBA6F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290452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4291B96E-BFE0-91C9-28B8-4A2AC4BBD58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629650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7D11C3BA-A3B6-B9D7-886C-24C7677323A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460847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DB69FD63-EB1D-524F-D46B-264D1142588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248205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14FFF0A8-C886-36AA-A505-373DA203D75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5844847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7BDC42F2-DF4C-0DFF-B696-7A7712ABB8A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571620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0C0FB6E8-B89D-48EF-00B9-6A8110607AA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911859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20BC1492-381F-3FF9-66EE-28B1D51A961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430606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A4177014-9E37-172E-C024-0CE7FB2CBC8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0236227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Obrázok 2">
            <a:extLst>
              <a:ext uri="{FF2B5EF4-FFF2-40B4-BE49-F238E27FC236}">
                <a16:creationId xmlns:a16="http://schemas.microsoft.com/office/drawing/2014/main" id="{0CD816EA-0762-D8B0-EF03-5C274374E20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242963156"/>
      </p:ext>
    </p:extLst>
  </p:cSld>
  <p:clrMapOvr>
    <a:masterClrMapping/>
  </p:clrMapOvr>
</p:sld>
</file>

<file path=ppt/theme/theme1.xml><?xml version="1.0" encoding="utf-8"?>
<a:theme xmlns:a="http://schemas.openxmlformats.org/drawingml/2006/main" name="Motí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1934</Words>
  <Application>Microsoft Office PowerPoint</Application>
  <PresentationFormat>Vlastná</PresentationFormat>
  <Paragraphs>68</Paragraphs>
  <Slides>34</Slides>
  <Notes>34</Notes>
  <HiddenSlides>0</HiddenSlides>
  <MMClips>0</MMClips>
  <ScaleCrop>false</ScaleCrop>
  <HeadingPairs>
    <vt:vector size="6" baseType="variant">
      <vt:variant>
        <vt:lpstr>Použité písma</vt:lpstr>
      </vt:variant>
      <vt:variant>
        <vt:i4>3</vt:i4>
      </vt:variant>
      <vt:variant>
        <vt:lpstr>Motív</vt:lpstr>
      </vt:variant>
      <vt:variant>
        <vt:i4>1</vt:i4>
      </vt:variant>
      <vt:variant>
        <vt:lpstr>Nadpisy snímok</vt:lpstr>
      </vt:variant>
      <vt:variant>
        <vt:i4>34</vt:i4>
      </vt:variant>
    </vt:vector>
  </HeadingPairs>
  <TitlesOfParts>
    <vt:vector size="38" baseType="lpstr">
      <vt:lpstr>Aptos</vt:lpstr>
      <vt:lpstr>Aptos Display</vt:lpstr>
      <vt:lpstr>Arial</vt:lpstr>
      <vt:lpstr>Motív Office</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Marek Horváth</dc:creator>
  <cp:lastModifiedBy>Marek Horváth</cp:lastModifiedBy>
  <cp:revision>6</cp:revision>
  <dcterms:created xsi:type="dcterms:W3CDTF">2026-09-09T17:48:14Z</dcterms:created>
  <dcterms:modified xsi:type="dcterms:W3CDTF">2026-09-10T06:01:52Z</dcterms:modified>
</cp:coreProperties>
</file>