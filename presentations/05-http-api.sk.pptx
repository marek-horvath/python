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Internet, HTTP a API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jedného HTTP requestu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aplikácia potrebuje dáta zo vzdialenej služby.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tohto momentu program nečíta iba lokálne súbory. Stáva sa klientom služby, ktorá má vlastné pravidlá, chyby, limity a dokumentáciu.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Cesta jedného requestu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nie je magická knižnica. Je to textový protokol medzi klientom a serverom.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client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07792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3488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46336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data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Adresa hovorí, kam request smeruje a čo sa pýta.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 rozkladáme na pomenované časti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https://api.open-meteo.com/v1/forecast?latitude=48.72&amp;longitude=21.26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└─┬─┘   └───────────────┬──────────────┘ └────┬────┘ └─────────────┬─────────────┘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                 host                  path                 query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scheme: https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  api.open-meteo.com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path:   /v1/forecast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query:  latitude=48.72, longitude=21.26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string patrí do URL, ale hodnoty do nej v Pythone neskladáme ručne.</a:t>
            </a:r>
            <a:endParaRPr lang="en-US" sz="15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Request a response majú odlišné úlohy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method: čo chce klient urobiť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URL: ktorý resource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metadata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dáta pri POST/PATCH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code: výsledok na HTTP úrovni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metadata odpovede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reprezentácia dát alebo chyby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format: často JSON</a:t>
            </a:r>
            <a:endParaRPr lang="en-US" sz="1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methods nad jedným resource</a:t>
            </a:r>
            <a:endParaRPr lang="en-US" sz="2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Operácia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prečítať reprezentáciu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 /reservations/42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vytvoriť nový záznam alebo spustiť akciu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 /reservations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PUT / PATCH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nahradiť alebo čiastočne zmeniť záznam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PATCH /reservations/42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odstrániť záznam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/reservations/42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Operácia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Status code nie je textová správa</a:t>
            </a:r>
            <a:endParaRPr lang="en-US" sz="2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Kód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Význam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Typická reakcia klienta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200 / 201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request uspel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spracovať body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400 / 422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neplatný request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opraviť parametre alebo body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401 / 403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autentifikácia alebo oprávnenie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skontrolovať token a práva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404 / 500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resource neexistuje alebo zlyhal server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zobraziť chybu, prípadne retry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Kód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Význam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Typická reakcia klienta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kód postupne dopĺňa časti requestu.</a:t>
            </a:r>
            <a:endParaRPr lang="en-US" sz="1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Prvý GET request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"https://api.github.com/repos/python/cpython"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pozrite stav a formát odpovede. Až potom predpokladajte, že body obsahuje očakávané JSON dáta.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Query parameters cez params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= "https://api.open-meteo.com/v1/forecast"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"current": "temperature_2m,wind_speed_10m",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httpx.get(endpoint, params=params, timeout=5.0)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hodnoty správne zakóduje. Kód ukazuje význam parametrov, nie mechaniku skladania URL.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Headers nesú metadata requestu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"User-Agent": "python-course-example/1.0",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headers=headers, timeout=5.0)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 nie je miesto pre bežné filtre. Filtre patria do query params alebo do body podľa dokumentácie API.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JSON body pri vytváraní resource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"room_id": 4,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"date": "2026-10-03",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"starts_at": "10:00",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json=payload, timeout=5.0)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json= nastaví body aj Content-Type. Parameter data= by znamenal iný typ odosielaných dát.</a:t>
            </a:r>
            <a:endParaRPr lang="en-US" sz="1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JSON response je vstup pre ďalší Python kód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= data["current"]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 = current["temperature_2m"]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 = current["wind_speed_10m"]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print(f"{temperature} °C, vietor {wind} km/h")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Používateľovi nezobrazujeme celý JSON. Vyberieme polia, ktoré majú význam pre našu aplikáciu.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model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chyba a transportná chyba nie sú rovnaká situácia.</a:t>
            </a:r>
            <a:endParaRPr lang="en-US" sz="1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Server odpovedal vs. request sa nedostal k odpovedi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HTTPStatusError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poslal response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je 4xx alebo 5xx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máme headers aj prípadné error body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príklad: 404 Not Found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RequestError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zlyhalo DNS, spojenie, TLS alebo čakanie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možno vôbec neodpovedal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nemusí existovať response object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príklad: timeout</a:t>
            </a:r>
            <a:endParaRPr lang="en-US" sz="16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raise_for_status() oddeľuje úspešnú vetvu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timeout=5.0)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httpx.HTTPStatusError as error: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print(f"HTTP {error.response.status_code}")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httpx.RequestError as error: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print(f"Request zlyhal: {error}")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response.json()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Neúspešný HTTP status nie je to isté ako výnimka pri pripájaní. V praxi ich často komunikujeme inak.</a:t>
            </a:r>
            <a:endParaRPr lang="en-US" sz="1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Timeout je súčasť kontraktu klienta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timeoutu môže CLI, GUI alebo backend čakať neprimerane dlho na sieť, ktorú neovláda.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krátky timeout pre interaktívny nástroj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vyšší timeout pre pomalší batch import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iba pre operácie, ktoré je bezpečné zopakovať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chybová hláška má povedať, či problém rieši používateľ alebo služba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Opakované requesty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viacerých volaniach sa oplatí mať klienta, konfiguráciu a limity pod kontrolou.</a:t>
            </a:r>
            <a:endParaRPr lang="en-US" sz="1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httpx.Client zdieľa nastavenia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base_url="https://api.example.com/v1",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headers={"Accept": "application/json"},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client: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4})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je vhodný, keď rovnaká aplikácia volá viac endpointov tej istej služby.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key cez environment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os.getenv("RESERVATION_API_KEY")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api_key: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RuntimeError("RESERVATION_API_KEY nie je nastavený")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{"Authorization": f"Bearer {api_key}"}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Kľúč nepatrí do source code ani do slajdu s reálnou hodnotou. V commite môže byť nanajvýš názov premennej.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dokumentácia ako pracovný vstup</a:t>
            </a:r>
            <a:endParaRPr lang="en-US" sz="2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Časť docs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prepisujeme do kódu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endpoint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kam posielam request?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base_url + path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je povolená operácia?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get/post/patch/delete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parameters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aké filtre a voľby existujú?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params alebo JSON body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response schema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príde späť?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validácia a parsing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Časť docs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prepisujeme do kódu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Pagination začína tvarom odpovede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41, "room": "B-201"},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42, "room": "B-202"}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"next_cursor": "eyJwYWdlIjoyfQ"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Niektoré API stránkujú číslom stránky, iné cursorom alebo Link headerom. Mechanizmus určuje dokumentácia.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Cursor pagination v slučke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None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params={"cursor": cursor})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response.json()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page["items"]: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process(item)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 = page.get("next_cursor")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cursor is None: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38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Slučka má jasnú podmienku ukončenia. Nekonečný retry ani bezhraničné requesty nie sú klientská stratégia.</a:t>
            </a:r>
            <a:endParaRPr lang="en-US" sz="1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Malý API client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konci nechceme voľne rozhádzané requesty, ale malú hranicu aplikácie.</a:t>
            </a:r>
            <a:endParaRPr lang="en-US" sz="19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Reprezentácia dát z API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str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parse_reservation(item: dict) -&gt; Reservation: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Reservation(item["id"], item["room"], item["starts_at"])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 a preklad dát držíme oddelene. Zvyšok aplikácie nemusí poznať celý JSON.</a:t>
            </a:r>
            <a:endParaRPr lang="en-US" sz="17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Funkcia klienta vracia doménové dáta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list_reservations(client: httpx.Client, room: str) -&gt; list[Reservation]: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room})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 = response.json()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[parse_reservation(item) for item in payload["items"]]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httpx.Client(base_url=base_url, timeout=5.0, headers=headers) as client: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reservations = list_reservations(client, "B-201")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Toto je ešte malý script, nie framework. Dôležité je, že sieťová hranica je pomenovaná a testovateľná.</a:t>
            </a:r>
            <a:endParaRPr lang="en-US" sz="15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klient je hranica medzi cudzím systémom a vaším kódom.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tejto hranici patria timeouty, status handling, autentifikácia, parsing, limity a zrozumiteľné chyby.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 API</dc:title>
  <dc:subject>Programovanie v Pythone</dc:subject>
  <dc:creator>TUKE FEI</dc:creator>
  <cp:lastModifiedBy>TUKE FEI</cp:lastModifiedBy>
  <cp:revision>1</cp:revision>
  <dcterms:created xsi:type="dcterms:W3CDTF">2026-09-15T21:51:34Z</dcterms:created>
  <dcterms:modified xsi:type="dcterms:W3CDTF">2026-09-15T21:51:34Z</dcterms:modified>
</cp:coreProperties>
</file>