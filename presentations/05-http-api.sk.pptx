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Internet, HTTP a API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Košice, Slovensko · 2026-10-01 15:00 · 22.8 °C · vietor 9.7 km/h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44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Čo bude náš program robiť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PRIPRAVENÝ VSTUP A VÝSTUP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Mesto: Košice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Košice, Slovensko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Čas údajov: 2026-10-01 15:00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Teplota: 22.8 °C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Vietor: 9.7 km/h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najprv nájde súradnice mesta a potom nimi zavolá druhé API. Údaje na slidoch sú zachytené 1. októbra 2026.</a:t>
            </a:r>
            <a:endParaRPr lang="en-US" sz="1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Kde sa nachádzajú údaje?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Lokálny súbor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na našom disku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otvorí ho pathlib alebo open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dostupnosť riadi náš počítač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Vzdialená služba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beží na inom serveri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údaje musíme vyžiadať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výsledok závisí aj od siete a služby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Internet a web nie sú synonymá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sieťová infraštruktúra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prepája zariadenia a siete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nesie viac druhov služieb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jedna služba nad internetom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pracuje s URL a HTTP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zahŕňa stránky aj webové API</a:t>
            </a:r>
            <a:endParaRPr lang="en-US" sz="1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skript je klient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skript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request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Open-Meteo server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response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dáta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Čo sa deje pri otvorení adresy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nájde adresu servera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spojenie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TLS pri HTTPS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request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response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URL má pomenované časti</a:t>
            </a:r>
            <a:endParaRPr lang="en-US" sz="2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scheme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https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spôsob komunikácie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host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geocoding-api.open-meteo.com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cieľový server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path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/v1/search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konkrétne rozhranie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query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?name=Kosice&amp;count=3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parametre požiadavky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Časť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Príklad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Účel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Parametre menia požiadavku na rovnaký endpoint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KOŠICE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/v1/search?name=Kosice&amp;count=3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BRATISLAVA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/v1/search?name=Bratislava&amp;count=3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a cesta ostávajú rovnaké. Mení sa hodnota query parametra name.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URL neskladáme ručne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KREHKÝ REŤAZEC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mesto = "Spišská Nová Ves"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API + "?name=" + mesto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medzery a diakritika potrebujú encoding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{"name": mesto, "count": 3}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API, params=params, timeout=10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Knižnica vytvorí query string a správne zakóduje hodnoty.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požiadavka má metódu, cieľ a hlavičky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ZJEDNODUŠENÁ POŽIADAVKA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/v1/search?name=Kosice&amp;count=3&amp;language=sk HTTP/1.1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geocoding-api.open-meteo.com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*/*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User-Agent: python-requests/2.x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z požiadavky zistí operáciu, endpoint, parametre a metadata klienta.</a:t>
            </a:r>
            <a:endParaRPr lang="en-US" sz="1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odpoveď oddeľuje stav, hlavičky a telo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ZACHYTENÁ ODPOVEĎ · VÝREZ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application/json; charset=utf-8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Content-Encoding: gzip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"results":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"Košice", "latitude": 48.71441, ...}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 bodky označujú vynechanú časť; nejde o kompletné telo odpovede.</a:t>
            </a:r>
            <a:endParaRPr lang="en-US" sz="1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Stavový kód je výsledok na úrovni HTTP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codes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 OK                 úspešná požiadavka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 Bad Request        problém s požiadavkou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  Unauthorized       chýba alebo neplatí overenie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 Not Found          zdroj sa nenašiel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429  Too Many Requests  prekročený limit volaní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 Server Error       server zlyhal pri spracovaní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chyba je platná odpoveď servera, nie automaticky chyba spojenia.</a:t>
            </a:r>
            <a:endParaRPr lang="en-US" sz="15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Hlavička opisuje formát tela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text/html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telo obsahuje HTML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prehliadač vytvorí stránku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štruktúra je určená najmä človeku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application/json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telo obsahuje JSON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ho parsuje na objekty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polia majú pomenovaný význam</a:t>
            </a:r>
            <a:endParaRPr lang="en-US" sz="16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Webová stránka a API slúžia iným klientom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Webová stránka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výsledok číta človek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obsahuje navigáciu a prezentáciu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prehliadač vykreslí HTML a CSS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výsledok spracúva program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vracia štruktúrované údaje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kontrakt opisuje dokumentácia</a:t>
            </a:r>
            <a:endParaRPr lang="en-US" sz="1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requests je externá knižnica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/ 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requests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Inštalujeme ju do prostredia, v ktorom budeme skript spúšťať. Nie je súčasťou štandardnej knižnice.</a:t>
            </a:r>
            <a:endParaRPr lang="en-US" sz="15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Prvá požiadavka GET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"https://geocoding-api.open-meteo.com/v1/search"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requests.get(url, timeout=10)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print(response.status_code)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odpovedal, ale chýba povinný parameter name. Spojenie fungovalo; požiadavka nie.</a:t>
            </a:r>
            <a:endParaRPr lang="en-US" sz="1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Objekt response drží viac pohľadov na odpoveď</a:t>
            </a:r>
            <a:endParaRPr lang="en-US" sz="2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response.status_code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HTTP výsledok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response.headers["Content-Type"]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application/json; charset=utf-8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formát tela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response.text[:32]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{"results":[{"id":724443,...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telo ako text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Atribút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Zachytená hodnota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Význam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Timeout obmedzuje čakanie na sieť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timeoutu môže requests čakať veľmi dlho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timeout=10 platí pre connect aj read timeout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 je to celkový wall-clock limit skriptu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url,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params=params,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timeout=10,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 príliš dlhom čakaní: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requests.exceptions.Timeout</a:t>
            </a:r>
            <a:endParaRPr lang="en-US" sz="15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Parametre odovzdáme cez params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"Košice",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"count": 3,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"language": "sk",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requests.get(URL, params=params, timeout=10)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print(response.url)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.../v1/search?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name=Ko%C5%A1ice&amp;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count=3&amp;language=sk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response.url ukáže skutočnú zakódovanú adresu odoslanej požiadavky.</a:t>
            </a:r>
            <a:endParaRPr lang="en-US" sz="1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Úspešné spojenie nemusí znamenať úspešnú požiadavku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/ terminal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URL, params={"name": "Košice", "count": 0}, timeout=10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print(response.status_code)  # 400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print(response.text)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response.raise_for_status()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{"error":true,"reason":"Parameter count must be between 1 and 100."}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requests.exceptions.HTTPError: 400 Client Error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raise_for_status() zmení HTTP 4xx alebo 5xx na viditeľnú výnimku.</a:t>
            </a:r>
            <a:endParaRPr lang="en-US" sz="15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Celý prvý skript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geocoding.py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"https://geocoding-api.open-meteo.com/v1/search"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{"name": "Košice", "count": 3, "language": "sk"}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requests.get(URL, params=params, timeout=10)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response.raise_for_status()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print(response.text[:160])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overíme HTTP stav; telo zatiaľ vypíšeme iba ako textový výrez.</a:t>
            </a:r>
            <a:endParaRPr lang="en-US" sz="15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je text s dohodnutou štruktúrou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ZACHYTENÉ 2026-10-01 · VÝREZ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"results":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"Košice",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"latitude": 48.71441,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"longitude": 21.25802,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"country": "Slovensko",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"admin2": null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Vidíme objekt, pole, reťazce, čísla aj null. JSON zatiaľ nie je Python dict.</a:t>
            </a:r>
            <a:endParaRPr lang="en-US" sz="15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hodnoty sa mapujú na Python objekty</a:t>
            </a:r>
            <a:endParaRPr lang="en-US" sz="2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dict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{"name": "Košice"}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array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[result, result]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true / false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True / False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{"error": false}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null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{"admin2": null}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Príklad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.json() parsuje telo odpovede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response.json()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print(type(data))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print(type(data["results"]))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print(data["results"][0]["name"])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'dict'&gt;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'list'&gt;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Košice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Parsovanie je samostatný krok po prijatí a kontrole HTTP odpovede.</a:t>
            </a:r>
            <a:endParaRPr lang="en-US" sz="17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 vnoreným údajom pristupujeme po vrstvách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data["results"][0]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print(result["name"])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print(result["latitude"])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print(result["longitude"])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Košice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48.71441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21.25802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je list; [0] vyberie prvý dict a ďalší kľúč konkrétnu hodnotu.</a:t>
            </a:r>
            <a:endParaRPr lang="en-US" sz="1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Rovnaký názov môže mať viac miest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ZACHYTENÉ 2026-10-01 · SKRÁTENÉ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"Košice", "country": "Slovensko", "population": 225044},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"Košice", "country": "Česko", "population": 690},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"Kosice", "country": "Česko", "population": 314}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Pravidlo prednášky: použijeme prvý výsledok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vždy vypíšeme aj krajinu.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Prvý výsledok je jednoduché pravidlo, nie univerzálne riešenie nejednoznačnosti.</a:t>
            </a:r>
            <a:endParaRPr lang="en-US" sz="15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Keď sa mesto nenájde, [0] nie je bezpečné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ODPOVEĎ A RIZIKOVÝ KÓD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{"generationtime_ms": 0.18}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data["results"][0]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KeyError, ak kľúč results chýba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IndexError, ak results existuje, ale je []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200 môže niesť platný JSON bez použiteľného výsledku vyhľadávania.</a:t>
            </a:r>
            <a:endParaRPr lang="en-US" sz="15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Obsah odpovede kontrolujeme explicitne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PREDPOKLADÁ VÝSLEDOK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data["results"][0]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KONTROLUJE VÝSLEDKY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vysledky = data.get("results", [])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vysledky: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print("Mesto sa nepodarilo nájsť.")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vysledky[0]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rieši chýbajúci kľúč a podmienka aj prázdny zoznam.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Funkcia najdi_mesto() uzavrie prvú požiadavku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najdi_mesto(nazov: str) -&gt; dict | None: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requests.get(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GEOCODING_URL,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params={"name": nazov, "count": 3, "language": "sk"},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timeout=10,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response.raise_for_status()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vysledky = response.json().get("results", [])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vysledky[0] if vysledky else None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Nájdené mesto vráti ako dict; nenájdené reprezentuje hodnotou None.</a:t>
            </a:r>
            <a:endParaRPr lang="en-US" sz="15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Výstup prvého API je vstup druhého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Košice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Geocoding API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48.71441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21.25802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API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teplota + vietor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Druhá požiadavka žiada aktuálne počasie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WEATHER_URL = "https://api.open-meteo.com/v1/forecast"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"latitude": 48.71441,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"longitude": 21.25802,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"current": "temperature_2m,wind_speed_10m",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"timezone": "Europe/Bratislava",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requests.get(WEATHER_URL, params=params, timeout=10)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Názvy current premenných sú overené v dokumentácii Open-Meteo.</a:t>
            </a:r>
            <a:endParaRPr lang="en-US" sz="15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Odpoveď počasia: relevantný výrez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ZACHYTENÉ 2026-10-01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"timezone": "Europe/Bratislava",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"current_units": {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"time": "iso8601",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"temperature_2m": "°C",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"wind_speed_10m": "km/h"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"current": {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"time": "2026-10-01T15:00",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"temperature_2m": 22.8,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"wind_speed_10m": 9.7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Ostatné metadata odpovede sú na slide zámerne vynechané.</a:t>
            </a:r>
            <a:endParaRPr lang="en-US" sz="15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Hodnota bez jednotky nestačí</a:t>
            </a:r>
            <a:endParaRPr lang="en-US" sz="28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current.time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2026-10-01T15:00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iso8601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current.temperature_2m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22.8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°C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current.wind_speed_10m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9.7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km/h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Údaj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Hodnota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Jednotka z API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Zo surových dát vytvoríme používateľský výstup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"current":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"time": "2026-10-01T15:00",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"temperature_2m": 22.8,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"wind_speed_10m": 9.7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"current_units":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"temperature_2m": "°C",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"wind_speed_10m": "km/h"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TERMINÁL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Košice, Slovensko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Čas údajov: 2026-10-01 15:00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Teplota: 22.8 °C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Vietor: 9.7 km/h</a:t>
            </a:r>
            <a:endParaRPr lang="en-US" sz="13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Funkcia ziskaj_pocasie() rieši druhú požiadavku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ziskaj_pocasie(latitude: float, longitude: float) -&gt; dict: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 =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"latitude": latitude,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"longitude": longitude,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"current": "temperature_2m,wind_speed_10m",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"timezone": "Europe/Bratislava",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requests.get(WEATHER_URL, params=params, timeout=10)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response.raise_for_status()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response.json()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Parametre funkcie priamo zodpovedajú údajom vráteným geokódovaním.</a:t>
            </a:r>
            <a:endParaRPr lang="en-US" sz="152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Celý priebeh programu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nazov = input("Mesto: ").strip()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mesto = najdi_mesto(nazov)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mesto is None: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print("Mesto sa nepodarilo nájsť.")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ziskaj_pocasie(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mesto["latitude"],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mesto["longitude"],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vypis_pocasie(mesto, data)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VÝSTUP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Mesto: Košice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Košice, Slovensko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Čas údajov: 2026-10-01 15:00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Teplota: 22.8 °C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Vietor: 9.7 km/h</a:t>
            </a:r>
            <a:endParaRPr lang="en-US" sz="13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 odlišné neúspechy</a:t>
            </a:r>
            <a:endParaRPr lang="en-US" sz="28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nedostupná sieť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RequestException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vysvetliť problém spojenia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HTTP chyba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HTTPError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uviesť status code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mesto sa nenašlo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results == []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zrozumiteľné hlásenie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Situácia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Ako ju spoznáme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Reakcia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Sieťové a HTTP chyby ošetrujeme konkrétne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requests.exceptions import HTTPError, RequestException, Timeout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mesto = najdi_mesto(nazov)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mesto is not None: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ziskaj_pocasie(mesto["latitude"], mesto["longitude"])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Timeout: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print("Server neodpovedal včas.")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HTTPError as error: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print(f"HTTP chyba: {error.response.status_code}")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RequestException: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print("Nepodarilo sa spojiť so službou.")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Neúspech nezamlčíme; používateľ dostane informáciu o type problému.</a:t>
            </a:r>
            <a:endParaRPr lang="en-US" sz="15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HTTP 200 je iba prvá kontrola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stav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parsovanie JSON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očakávané kľúče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neprázdne results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použiteľný výstup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môže obmedziť alebo overovať klienta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429 Too Many Requests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príliš veľa volaní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rešpektovať limit a Retry-After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neopakovať agresívne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kľúč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identifikuje klienta služby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nepatrí do Git repozitára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neukazujeme ho v URL ani logoch</a:t>
            </a:r>
            <a:endParaRPr lang="en-US" sz="16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 číta, POST môže vytvárať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· POČASIE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WEATHER_URL,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params={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"latitude": 48.71441,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"longitude": 21.25802,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"current": "temperature_2m",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timeout=10,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· NOVÁ ÚLOHA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requests.post(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"https://api.example.com/tasks",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json={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"text": "Poslať zadanie",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"done": False,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timeout=10,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Nájdite chybu v spracovaní odpovede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KÓD A ODPOVEĎ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response.json()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mesto = data["results"][0]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response body: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"generationtime_ms": 0.18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PROBLÉM A OPRAVA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nemá kľúč "results"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priamy prístup vyvolá KeyError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vysledky = data.get("results", [])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vysledky: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print("Mesto sa nepodarilo nájsť.")</a:t>
            </a:r>
            <a:endParaRPr lang="en-US" sz="13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Čo treba zistiť z dokumentácie API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a HTTP metódu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povinné a voliteľné parametre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štruktúru úspešnej aj chybovej odpovede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jednotky a význam časových údajov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spôsob overenia klienta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limity počtu požiadaviek</a:t>
            </a:r>
            <a:endParaRPr lang="en-US" sz="1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05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 požiadavky k použiteľnému výsledku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Odošlite požiadavku s params a timeoutom.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Skontrolujte HTTP stav cez raise_for_status().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Parsujte JSON a overte jeho obsah.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Výstup prvého API použite ako vstup druhého.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cvičení porovnáte počasie dvoch miest.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Internet, HTTP a API</dc:title>
  <dc:subject>Programovanie v Pythone</dc:subject>
  <dc:creator>TUKE FEI</dc:creator>
  <cp:lastModifiedBy>TUKE FEI</cp:lastModifiedBy>
  <cp:revision>1</cp:revision>
  <dcterms:created xsi:type="dcterms:W3CDTF">2026-10-01T13:20:36Z</dcterms:created>
  <dcterms:modified xsi:type="dcterms:W3CDTF">2026-10-01T13:20:36Z</dcterms:modified>
</cp:coreProperties>
</file>