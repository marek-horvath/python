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106070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Internet, HTTP a API</a:t>
            </a:r>
            <a:endParaRPr lang="en-US" sz="3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môže pracovať s dátami mimo počítača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aplikácia môže byť klient služby: pošle request, dostane response a preloží odpoveď na bežné Python dáta.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JSON zo skriptovania teraz čítame ako API response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exceptions a testovanie z minulého týždňa použijeme na sieťové chyby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program sa musí správať rozumne aj vtedy, keď služba neodpovie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- request - server - response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client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6819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9971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request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0406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53558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server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3994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7146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response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447581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0733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object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Kto je client?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Spustíme Python script, ktorý volá verejné API. Je client browser, terminál alebo náš program?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request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URL, method, headers a body tvoria kontrakt medzi klientom a serverom.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 má štruktúru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3596640"/>
                <a:gridCol w="3596640"/>
                <a:gridCol w="3596640"/>
              </a:tblGrid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Časť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Príklad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Význam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scheme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ako komunikujeme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api.example.com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 sa pripájame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/users/42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ktorý resource žiadame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query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?active=true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parametre requestu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Časti requestu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Časť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Praktický význam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operácia: načítať, vytvoriť, upraviť, odstrániť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URL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adresa resource alebo endpointu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headers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metadata requestu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body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dáta posielané na server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timeout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ako dlho je klient ochotný čakať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Časti response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Časť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Praktický význam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code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výsledok requestu na úrovni HTTP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headers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metadata odpovede, napríklad content type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body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samotné dáta, často JSON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encoding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ako interpretovať textový obsah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methods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3596640"/>
                <a:gridCol w="3596640"/>
                <a:gridCol w="35966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Typické použitie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Poznámka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načítať dáta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bez zmeny stavu na serveri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vytvoriť alebo odoslať dáta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nie je všeobecne idempotentný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nahradiť resource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typicky idempotentný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upraviť časť resource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závisí od API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DELETE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odstrániť resource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typicky idempotentný efekt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Idempotency je vlastnosť opakovaného volania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Operácia je idempotentná, ak opakované rovnaké volanie nemá ďalší odlišný efekt oproti jednému volaniu.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GET by nemal meniť stav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opakovaný POST môže vytvoriť duplicitu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pri retry logike záleží na metóde aj konkrétnom API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code families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Skupina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Význam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request bol úspešne spracovaný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presmerovanie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klient poslal neplatnú alebo nepovolenú požiadavku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 request nezvládol spracovať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Kódy, ktoré uvidíte často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codes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OK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 Created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 Bad Request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401 Unauthorized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403 Forbidden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404 Not Found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409 Conflict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429 Too Many Requests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 Internal Server Error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Čo znamená 404?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to chyba siete, pád servera alebo odpoveď servera na konkrétnu URL?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ako reprezentácia dát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často neposiela Python objekt, ale text serializovaný ako JSON.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response a Python dict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body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"city": "Kosice",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"temperature": 22.4,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"wind_speed": 11.2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{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"city": "Kosice",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"temperature": 22.4,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"wind_speed": 11.2,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print(data["temperature"])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Serialization prekladá objekt na prenosový formát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Medzi procesmi a systémami neposielame priamo Python objekty. Posielame text alebo bytes v dohodnutom formáte.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JSON je čitateľný a široko podporovaný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typy sa mapujú medzi ekosystémami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 prijatí odpovede stále validujeme, či má očakávaný tvar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HTTPX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Praktická knižnica pre HTTP klientov v Pythone.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Prvý GET request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first_request.py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httpx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httpx.get("https://api.github.com/users/octocat")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print(response.status_code)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print(response.headers["content-type"])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print(response.json()["login"])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httpx.get() vráti response objekt, nie iba text.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objekt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Vlastnosť/metóda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Význam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status_code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číselný HTTP status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headers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metadata odpovede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text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body ako text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body ako bytes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json()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JSON body ako Python dáta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raise_for_status()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výnimka pri 4xx alebo 5xx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parameters neskladajte ručne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krehké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 = 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"https://api.example.com/search"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"?city=Kosice&amp;units=metric"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httpx.get(url)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params = {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"city": "Kosice",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"units": "metric",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httpx.get(url, params=params)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 patrí filter?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Chceme načítať iba aktívnych používateľov: query parameter alebo JSON body?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Headers nesú metadata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headers = {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"Accept": "application/json",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"Authorization": f"Bearer {api_key}",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httpx.get(url, headers=headers)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Hlavičky často určujú formát, autorizáciu alebo identitu klienta.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s JSON body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 = {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"name": "Anna",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"points": 92,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httpx.post(url, json=payload)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json=payload nastaví body aj vhodný content type.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Chyby a timeouty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Sieťový program musí rátať s tým, že veci mimo neho zlyhajú.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najprv skontrolujte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príliš optimistické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httpx.get(url)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response.json()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print(data["temperature"])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opatrnejšie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httpx.get(url, timeout=5.0)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response.raise_for_status()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response.json()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print(data["temperature"])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Ako dlho má program čakať?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neodpovedá. Bez timeoutu môže program visieť dlhšie, než je pre používateľa alebo batch job prijateľné.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" y="199339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08483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77824" y="252374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httpx.get(url, timeout=5.0)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error a network error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404 / 500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server odpovedal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máme status code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riešime odpoveď API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môžeme čítať error body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/ timeout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odpoveď nemusí existovať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DNS, spojenie, TLS, timeout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status code nemusí byť dostupný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riešime transport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Zachytenie HTTPX chýb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handling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httpx.get(url, timeout=5.0)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response.raise_for_status()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httpx.HTTPStatusError as error: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print(f"HTTP chyba: {error.response.status_code}")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httpx.RequestError as error: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print(f"Transport chyba: {error}")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key nepatrí do source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problém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 = "secret-token"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prostredie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 = os.getenv("API_KEY")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api_key is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print("API_KEY nie je nastavený")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429 Too Many Requests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môže obmedziť počet requestov. Klient má čítať dokumentáciu, rešpektovať limity a neposielať nekonečný loop requestov.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quota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rate limit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retry later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backoff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cache tam, kde dáva zmysel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`httpx.Client` pri viacerých requestoch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httpx.Client(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base_url="https://api.example.com",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headers={"Accept": "application/json"},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timeout=5.0,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as client: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 = client.get("/users/octocat")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repos = client.get("/users/octocat/repos")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drží spoločnú konfiguráciu a vie efektívnejšie pracovať s opakovanými requestmi.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Priebežný príklad: Weather CLI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Malý API klient, ktorý načíta dáta, spracuje JSON a vypíše report.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CLI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city or coordinates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32888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2544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25696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45352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91856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65008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811512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84664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report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object namiesto raw dict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@dataclass(frozen=True)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Weather: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city: str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temperature: float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wind_speed: float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s parametrami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 = "https://api.open-meteo.com/v1/forecast"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params = {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"latitude": 48.7164,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"longitude": 21.2611,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"current_weather": True,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httpx.get(url, params=params, timeout=5.0)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response.raise_for_status()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Parsing response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parse_weather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parse_weather(data: dict) -&gt; Weather: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current = data["current_weather"]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Weather(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city="Kosice",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temperature=current["temperature"],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wind_speed=current["windspeed"],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Parsing je samostatná funkcia. HTTP request a transformácia dát nie sú ten istý krok.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HTTP, chyby a parsing spolu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fetch_weather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fetch_weather() -&gt; Weather | None: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response = httpx.get(url, params=params, timeout=5.0)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response.raise_for_status()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httpx.HTTPError as error: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print(f"Nepodarilo sa načítať dáta: {error}")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None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parse_weather(response.json())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ako kontrakt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 písaním klienta treba čítať dokumentáciu, nie iba skúšať URL.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pri čítaní API dokumentácie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docs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method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parameters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authentication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 example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example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 limits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stručne</a:t>
            </a:r>
            <a:endParaRPr lang="en-US" sz="2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Pojem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Praktický význam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resource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vec, s ktorou pracujeme: users, repos, orders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representation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dáta resource, často JSON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operácia nad resource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stateless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request nesie potrebný kontext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Pagination znamená viac requestov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 = 1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True: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httpx.get(url, params={"page": page})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response.raise_for_status()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 = response.json()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data["items"]: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break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page += 1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alebo scraping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štruktúrované dáta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určené pre programy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dokumentované parametre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stabilnejší kontrakt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page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HTML pre browser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primárne pre človeka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layout sa môže meniť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parser je krehkejší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 teaser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AsyncClient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fetch_json(url: str) -&gt; dict: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async with httpx.AsyncClient(timeout=5.0) as client: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response = await client.get(url)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response.raise_for_status()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response.json()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 model je užitočný, keď program čaká na viac nezávislých I/O operácií.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malý API klient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httpx.get()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query params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status code a headers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response.json()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raise_for_status()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timeout a try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 API k persistencii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6819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9971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0406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53558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data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3994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7146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447581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0733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Internet, HTTP a API</dc:title>
  <dc:subject>Programovanie v Pythone</dc:subject>
  <dc:creator>TUKE FEI</dc:creator>
  <cp:lastModifiedBy>TUKE FEI</cp:lastModifiedBy>
  <cp:revision>1</cp:revision>
  <dcterms:created xsi:type="dcterms:W3CDTF">2026-09-15T15:10:15Z</dcterms:created>
  <dcterms:modified xsi:type="dcterms:W3CDTF">2026-09-15T15:10:15Z</dcterms:modified>
</cp:coreProperties>
</file>