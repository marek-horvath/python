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to Python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an Introduction to Programming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assume you already know variables, branching, loops, functions, collections and basic algorithmic thinking.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goal is Python as a language with its own object model and idioms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will compare code that merely works with code that is natural in Python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Python Code Runs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.py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bytecode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VM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objects in memory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or exception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CPython Is the Reference Implementation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normally say “Python”, we usually mean the Python language executed by the CPython implementation.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language defines syntax and semantics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CPython is the most widely used interpreter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details such as id() or garbage collection may depend on the implementation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REPL, Script, Module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hello.py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language is used for quick experiments, one-off scripts and importable modules.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and Object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Python, a variable is not a box with a fixed type.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Name Points to an Object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typing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42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print(type(value).__name__)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"Python"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print(type(value).__name__)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 has a type. The name may later point to a different object.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Is Not Equality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2, 3]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[1, 2, 3]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== b)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is b)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print(id(a), id(b))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== compares values. is checks whether two names refer to the same object.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Gets Printed?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decide how many list objects were created by the program.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aliasing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b.append(3)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 Is Not Copying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object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2, 3]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b.append(4)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2, 3]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a.copy()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b.append(4)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Mutability Determines Side Effects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3596640"/>
                <a:gridCol w="3596640"/>
                <a:gridCol w="3596640"/>
              </a:tblGrid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type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Practical consequence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int, float, str, tuple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operation typically creates a new object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mutable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list, dict, set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object can be changed through another reference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watch out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tuple containing a list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immutability of the outer object is not deep immutability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Shallow Copy Does Not Copy Nested Objects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shallow copy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[[1, 2], [3, 4]]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= rows.copy()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copy[0].append(99)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copy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copy import deepcopy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[[1, 2], [3, 4]]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= deepcopy(rows)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copy[0].append(99)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a data structure is a design decision.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Common Choices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3596640"/>
                <a:gridCol w="3596640"/>
                <a:gridCol w="359664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When you need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Properties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order, indexing, incremental changes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ordered, mutable, duplicates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tuple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fixed group of values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ordered, immutable, duplicates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uniqueness and fast membership checks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unordered, mutable, unique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mapping key → value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insertion ordered, mutable, unique keys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as a Working Sequence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[91, 84, 77]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scores.append(96)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scores.sort(reverse=True)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print(scores[0])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Tuple as a Fixed Structure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tuple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= ("Anna", "Python", 92)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student, course, points = record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print(student)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print(course)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print(points)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tuple is useful when the position of a value carries meaning and the structure does not change.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for Uniqueness and Membership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submitted = ["anna", "peter", "anna", "lucia"]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unique_students = set(submitted)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"anna" in unique_students: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print("submitted")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print(len(unique_students))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 for Named Relationships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{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"Anna": 92,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"Peter": 67,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points.items():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print(name, score)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Collection Should We Choose?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often need to check whether a particular student has already been processed. Order is not important.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question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processed = {"anna", "peter"}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"lucia" not in processed: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processed.add("lucia")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Idiomatic Iteration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code should not look like a mechanical translation from C.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Do Not Need an Index, Do Not Ask for One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translated style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range(len(names)):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print(names[i])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Python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 in names: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with `enumerate()`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enumerate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"Peter", "Lucia"]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index, name in enumerate(names, start=1):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print(index, name)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index matters when it is part of the problem: order, numbering, or the position of an error.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Sequences with `zip()`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zip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"Peter", "Lucia"]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[92, 67, 81]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zip(names, scores):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print(name, score)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zip() combines elements by position. It stops at the shortest sequence.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Slicing Reads Part of a Sequence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30, 40, 50, 60]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print(values[:3])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print(values[1:4])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print(values[::2])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print(values[::-1])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shape is start:stop:step. The stop index is not included.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Unpacking Names the Meaning of Values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unpacking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= ("Anna", "Python", 92)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student, course, points = record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30, 40, 50]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first, *middle, last = values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print(student, course, points)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print(first, middle, last)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These Expressions Return?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the stop index and the negative index.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letters = ["a", "b", "c", "d", "e"]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print(letters[1:4])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print(letters[-2:])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print(letters[::-1])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Comprehensions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compact notation for transformation or filtering, not a contest to make code as short as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Transformation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loop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numbers = [1, 2, 3, 4]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squares = []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number in numbers: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squares.append(number ** 2)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comprehension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numbers = [1, 2, 3, 4]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squares = [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number ** 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number in numbers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Filtering in a Comprehension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numbers = [-2, -1, 0, 1, 2, 3]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positive_squares = [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number ** 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number in numbers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number &gt;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print(positive_squares)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and Dict Comprehension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/ dict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"anna", "Peter"]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normalized = {name.lower() for name in names}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name_lengths = {name: len(name) for name in normalized}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print(normalized)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print(name_lengths)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Is Shorter Code Worse?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whether you would keep this form in production code.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clever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[["Anna", "92"], ["", "x"], ["Peter", "67"]]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{n: int(s) for n, s in rows if n and s.isdigit()}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print(scores)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and Type Information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familiar concept, but with important Python-specific details.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Arguments Reduce Ambiguity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arguments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final_price(price: float, discount: float = 0.0) -&gt; float: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price * (1 - discount)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print(final_price(100, 0.15))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print(final_price(100, discount=0.15))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Return Values Are a Tuple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min_max(values: list[int]) -&gt; tuple[int, int]: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min(values), max(values)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lowest, highest = min_max([4, 1, 9])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print(lowest)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print(highest)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Problem?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default argument is evaluated once, when the function is defined.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mutable default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add_student(name: str, students: list[str] = []):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print(add_student("Anna"))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print(add_student("Peter"))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`None` as a Safe Default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add_student(name: str, students: list[str] | None = None):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students is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students = []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print(add_student("Anna"))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print(add_student("Peter"))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Hints Do Not Change the Runtime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find_score(name: str, scores: dict[str, int]) -&gt; int |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scores.get(name)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find_score("Anna", {"Anna": 92})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score is not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print(score + 1)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remains dynamically typed. Hints help the reader, the IDE and static analysis tools.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`dataclass` for Small Data Models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dataclass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@dataclass(frozen=True)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student: str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str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int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Result("Anna", "Python", 92)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print(result.student, result.points)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dictionary starts to have a stable structure, it often deserves a named type.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Errors, Modules and Environment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should be runnable, importable and maintainable.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a Specific Exception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 = int("abc")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 = int("abc")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print("Invalid number")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File Can Be Both a Script and a Module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__main__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Path("data")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print(path.exists())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code belongs in main(). Importing the file then does not run the whole program as a side effect.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Project Should Have Its Own Environment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 PowerShell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.venv\Scripts\Activate.ps1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requests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list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virtual environment separates project dependencies from the system-wide Python installation.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`pyproject.toml` as Project Metadata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Python projects often describe the name, version, dependencies and build settings in pyproject.toml.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PyPI is the public package index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pip installs packages into the current environment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 this course, understanding the workflow is enough; packaging will be covered only to a practical extent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REPL: aliasing, slicing, comprehension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file: main(), type hints, dataclass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environment: .venv and installing a small dependency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Python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 model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72937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46089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32642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05794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392347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65499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52053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25205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hints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11758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84910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71463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144615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Python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