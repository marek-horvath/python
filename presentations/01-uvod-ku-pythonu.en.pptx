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Introduction to Python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Language foundations for programmers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to take from this lecture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Python works with names, objects and types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when to choose list, tuple, set or dict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read and write idiomatic Python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compose small, testable functions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in practice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6916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language is shared; the problem determines the tools.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automation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 and APIs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desktop tools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an introduction to programming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assumes you already know branching, loops, functions and basic data structures.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goal is to use Python naturally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short syntax is not the only quality of good Python code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readability, naming and object behaviour matter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common ways to work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REPL: a quick experiment and idea check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script: a repeatable task in a .py file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module: code another program can import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REPL, script, module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--version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report.py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package.module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interpreter runs a short experiment and a larger project.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Names and objects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Python variable is not a typed box.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name refers to an object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6916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type belongs to the object. A name can later refer to a different object.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name: value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object 42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name: value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object 'Python'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Dynamic typing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 = 42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print(type(value).__name__)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 = "Python"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print(type(value).__name__)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does not mean types do not exist. It means a name declaration does not fix them permanently.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Question: what is printed?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7099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many list objects were created?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7863840" cy="3154680"/>
          </a:xfrm>
          <a:prstGeom prst="roundRect">
            <a:avLst>
              <a:gd name="adj" fmla="val 1739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65176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96112" y="2990088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[1, 2]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a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b.append(3)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print(a)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print(b)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15400" y="288036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Justify your answer first. Then run the code.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Assignment is not copying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object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= a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change through b changes a too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useful for intentional sharing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object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= a.copy()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independent list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watch for nested mutable values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Shallow and deep copies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copy import deepcopy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original = {"scores": [80, 90]}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shallow = original.copy()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 = deepcopy(original)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shallow["scores"].append(100)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shallow copy creates a new dictionary, but the nested list remains shared.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Mutability is a property of an object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list, dict and set can change in place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str, tuple, int and float are immutable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functions, always notice whether you mutate an object or create a new one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Collections and iteration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data structure communicates the program's intent.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collection when?</a:t>
            </a:r>
            <a:endParaRPr lang="en-US" sz="2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47088"/>
          <a:ext cx="10899648" cy="352044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Structure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Use it when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Typical example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list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order and duplicates matter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 task list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tuple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data has a fixed shape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(x, y) coordinates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set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you need unique values or membership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user permissions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dict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you look up a value by key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id → user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47088"/>
            <a:ext cx="10899648" cy="54864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93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Structure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615184" y="19933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it when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61504" y="19933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Typical example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List: sequential processing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 = [72, 91, 45, 88]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passed = []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score in scores: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score &gt;= 51: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passed.append(score)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print(passed)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Write code that is easy to read first. Shortening can come later.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dict: named values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 = {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"name": "Anna",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"points": 92,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"active": True,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print(student["name"])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Keys should describe a value's meaning, not its position in memory.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Iteration: work with the value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only need an index when the index itself has a separate meaning.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value in values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key, value in data.items()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index, value in enumerate(values)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enumerate and zip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names = ["Anna", "Peter", "Lucia"]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points = [92, 67, 81]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index, (name, score) in enumerate(zip(names, points), start=1):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print(index, name, score)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zip connects related sequences. If data has its own identity, consider one structure of objects instead.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Question: which form is more readable?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7099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does the index mean in this loop?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7863840" cy="3154680"/>
          </a:xfrm>
          <a:prstGeom prst="roundRect">
            <a:avLst>
              <a:gd name="adj" fmla="val 1739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65176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96112" y="2990088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range(len(names)):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print(names[i])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15400" y="288036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Justify your answer first. Then run the code.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Slicing and unpacking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values[1:4] creates part of a sequence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values[::-1] creates a reversed copy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first, *middle, last clearly splits a sequence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Unpacking by structure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record = ("Anna", "Python", 92)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name, course, points = record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values = [10, 20, 30, 40, 50]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first, *middle, last = values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print(first, middle, last)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Unpacking is useful when the number or meaning of the parts is known.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transformation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comprehension is a tool, not the goal.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a loop to a comprehension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 = [72, 91, 45, 88]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passed = [score for score in scores if score &gt;= 51]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squared = [score ** 2 for score in passed]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selection or transformation is a good comprehension candidate.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Pythonic does not mean shortest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 use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clear transformation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short expression with clear naming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result reads left to right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Stop and reconsider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nested loops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many conditions and helper expressions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reader must simulate the code first</a:t>
            </a:r>
            <a:endParaRPr lang="en-US" sz="16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Readable code beats a trick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groups = {}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result in results: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result.points &gt;= 51: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groups.setdefault(result.course, []).append(result.student)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often better than a complicated nested comprehension because it exposes each step.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Functions and small models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function should have a clear responsibility.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function contract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6916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good signature shows what a function expects and returns.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processing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return value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calling code</a:t>
            </a:r>
            <a:endParaRPr lang="en-US" sz="1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 hints as documentation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average(values: list[float]) -&gt; float: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values: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raise ValueError("values must not be empty")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sum(values) / len(values)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 hints help the reader, IDE and static checks. They do not enforce types at runtime by themselves.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default argument must be safe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immutable defaults are generally safe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mutable defaults are created only once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a list or dict, use None and create the object inside the function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Mutable default argument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add_student(name: str, students: list[str] | None = None) -&gt; list[str]: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students is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students = []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students.append(name)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students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creates a new list for every call without an argument.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dataclass for meaningful data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dataclasses import dataclass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@dataclass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Result: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student: str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course: str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points: int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When values describe one thing together, a named data model is clearer than an ambiguous tuple.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Errors, modules, environment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small program should run outside your own computer too.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exception is not a normal return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score = int(user_input)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ValueError: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print("Zadajte celé číslo.")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print(f"Skóre: {score}")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Catch only an error you can handle specifically. Do not use except: pass.</a:t>
            </a:r>
            <a:endParaRPr lang="en-US" sz="1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Imports and a virtual environment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venv .venv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Windows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.venv\Scripts\activate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pip install requests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pip list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virtual environment isolates project dependencies from the system Python.</a:t>
            </a:r>
            <a:endParaRPr lang="en-US" sz="1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working habit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examples often and in small steps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an error message from the end to the line in your own code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hide an error behind another if or except block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small example that isolates the problem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Short demonstration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raw data, create Result, filter passing results and print a summary by course.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tuple → dataclass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function with type hints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 / dict / comprehension where appropriate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handled input error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Recap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names refer to objects; mutability affects sharing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a collection by operation, not habit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comprehension should simplify, not obscure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functions, type hints and dataclass give code structure</a:t>
            </a:r>
            <a:endParaRPr lang="en-US" sz="1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Next: Scripting and Automation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apply these foundations to files, text and the operating system.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Python</dc:title>
  <dc:subject>Programming in Python</dc:subject>
  <dc:creator>TUKE FEI</dc:creator>
  <cp:lastModifiedBy>TUKE FEI</cp:lastModifiedBy>
  <cp:revision>1</cp:revision>
  <dcterms:created xsi:type="dcterms:W3CDTF">2026-09-15T18:58:32Z</dcterms:created>
  <dcterms:modified xsi:type="dcterms:W3CDTF">2026-09-15T18:58:32Z</dcterms:modified>
</cp:coreProperties>
</file>