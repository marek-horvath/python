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to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Python behaves in a programmer's hands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is dynamically typed. It is not untyped.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type belongs to an object; a name merely refers to an object and can later refer to another one.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language, different kinds of work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foundations are used for scripts, data, APIs and desktop tools.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and APIs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name refers to an object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binds a name to a value. It does not automatically create a copy.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"excellent"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and aliasing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[72, 91]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 = results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alias.append(45)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print(results)  # [72, 91, 45]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print(alias)    # [72, 91, 45]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names refer to the same list object. The change happened to the object, not to a name.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a new object created?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assignment, a shallow copy and a nested list.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= original.copy()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copy["scores"].append(100)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print(original["scores"])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Mutability determines whether an object can be changed in place.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and set are mutable. str, tuple, int and float are immutable.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or copy?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object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change through b is visible through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only for intentional sharing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independent value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new outer object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nested mutable objects can remain shared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Shallow and deep copy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dict.copy() copies only the outer dictionary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deepcopy creates an independent copy of the whole object graph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deepcopy only when it is genuinely needed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collection by operation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Structure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When we need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 and duplicates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processed files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fixed record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coordinates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unique values or fast membership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permissions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value by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user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we need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Iterate over values, not indexes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index matters only when the program truly uses it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.items() names both key and value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adds an ordinal without range(len(...))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{"Anna": 92, "Peter": 67}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scores.items():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print(name, score)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name in enumerate(scores, start=1):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name)</a:t>
            </a:r>
            <a:endParaRPr lang="en-US" sz="15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 connects related sequences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zip(names, points):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{score}")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values have their own identity and more attributes are added, a dataclass is usually better than multiple parallel lists.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and unpacking express structure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50, 60]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first_three = values[:3]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every_second = values[::2]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reversed_copy = values[::-1]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creates a new sequence. Unpacking is useful when parts of a record have a clear meaning.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shortens one clear transformation. Not an entire algorithm.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procedure must be readable first. Only then consider a shorter form.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loop to a comprehension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all results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selection: passing only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transformation: square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 ** 2)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[score ** 2 for score in scores if score &gt;= 51]</a:t>
            </a:r>
            <a:endParaRPr lang="en-US" sz="15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shorter form is not always better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Čitateľ musí naraz sledovať tri vnorené kroky.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sorted({result.student for result in results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result.course == course and result.points &gt;= 51})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course in {result.course for result in results}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 zložitejšom pravidle radšej použite pomenované medzivýsledky a cyklus.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is not a measure of Python code quality. Readability takes priority over compactness.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is a contract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signature shows what data a function accepts, what it returns and when it can fail.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 for invalid input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complement the contract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help the reader, IDE and static checking. They do not enforce types at runtime by themselves.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mutable default argument is shared state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default value is created when the function is defined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list or dict is then shared between calls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creates a new object only inside the function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str, students: list[str] | None = None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list[str]: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anonymous record or a data model?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/ dict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("Anna", "Python", 92)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must remember the meaning of positions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reasonable for a small local record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Result(student, course, points)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attributes describe 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better interface for your program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names a domain object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passed(self) -&gt; bool: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self.points &gt;= 51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dataclass is not mandatory everywhere. It is useful where values describe one thing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operation can fail. An exception should name the specific problem.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only an error for which we can reasonably help the user or calling code.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specific exception, a specific response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int() can fail on non-numeric input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ValueError is part of this operation's contract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except: pass only hides a problem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read_score(raw: str) -&gt; int: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int(raw)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 as error: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"score must be an integer"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 from error</a:t>
            </a:r>
            <a:endParaRPr lang="en-US" sz="15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module is a code interface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only public functionality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separates program execution from import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functions can then be tested without a terminal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report import build_summary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 = build_summary("results.csv")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print(summary)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56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project needs its own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/ pyproject.toml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httpx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pyproject.toml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[project]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"course-report"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dependencies = ["httpx&gt;=0.27"]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virtual environment isolates dependencies. pyproject.toml describes what the project needs on another computer.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program composes familiar parts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passed_by_course(results: list[Result]) -&gt; dict[str, list[str]]: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grouped: dict[str, list[str]] = {}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result in results: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result.passed():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grouped.setdefault(result.course, []).append(result.student)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grouped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kolekcia + funkcia + dataclass + type hints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print(passed_by_course(results))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code does not come from one trick. It comes from precise names, suitable structures and small verifiable parts.</a:t>
            </a:r>
            <a:endParaRPr lang="en-US" sz="15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Python code shows intent before the author's cleverness.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foundations will reappear in files, GUI, HTTP, databases and testing in the following weeks.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Python</dc:title>
  <dc:subject>Programming in Python</dc:subject>
  <dc:creator>TUKE FEI</dc:creator>
  <cp:lastModifiedBy>TUKE FEI</cp:lastModifiedBy>
  <cp:revision>1</cp:revision>
  <dcterms:created xsi:type="dcterms:W3CDTF">2026-09-15T20:11:50Z</dcterms:created>
  <dcterms:modified xsi:type="dcterms:W3CDTF">2026-09-15T20:11:50Z</dcterms:modified>
</cp:coreProperties>
</file>