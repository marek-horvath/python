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Science in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Analysing one dataset from CSV to conclusion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data, not a library</a:t>
            </a:r>
            <a:endParaRPr lang="en-US" sz="2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Problem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rides.csv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5000 bike-sharing rides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stations, duplicates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weather.csv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temperature and rain by hour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different time granularity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when and who rides longer?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requires cleaning and aggregation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of one analysis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data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+ transform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aggregate + merge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 + interpret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load is diagnostic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pd.read_csv("rides.csv", parse_dates=["started_at"])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print(rides.shape)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print(rides.dtypes)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print(rides.head(3))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print(rides.isna().sum())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filtering and charts, know the shape, types and obvious data issues.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NumPy underneath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enough to understand arrays, types, shape, vectorization and masks.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ndarray has shape and dtype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durations = np.array([11.5, 7.0, 22.0, 4.5])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print(durations.shape)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print(durations.dtype)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print(durations.mean())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NumPy array is a homogeneous numeric array. pandas builds much of its performance on it.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Vectorization replaces repeated Python loops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operation applies to the whole array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a new array of the same shape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code expresses a data operation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minutes = np.array([12, 5, 31, 8])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hours = minutes / 60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 = minutes &gt;= 10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long_rides = minutes[mask]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print(long_rides)</a:t>
            </a:r>
            <a:endParaRPr lang="en-US" sz="1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DataFrame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table with named columns and an index.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inspect after loading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pandas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Reason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how many rows?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size and expectations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types?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dtypes / info()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date should not remain plain text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are values missing?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isna().sum()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cleaning depends on meaning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are records duplicated?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duplicated()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duplicated import distorts aggregations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Selecting columns and filtering rows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columns = ["started_at", "member_type", "duration_min"]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= rides[columns]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commute = rides[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(rides["duration_min"] &lt;= 30)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 (rides["member_type"] == "subscriber")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boolean mask is a Series of True/False values. Parentheses are required for combined conditions.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 for labelled selection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["member_type", "duration_min", "start_station"]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= rides.loc[rides["duration_min"] &gt; 45, cols]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rides.iloc[:5, :3]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 uses row and column labels. iloc uses numeric positions.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 missing values first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missing_station = rides["start_station"].isna().mean()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rides.dropna(subset=["duration_min", "started_at"]).copy()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clean["start_station"] = clean["start_station"].fillna("unknown")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print(f"Missing station: {missing_station:.1%}")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every missing value is fixed the same way. Ride duration and station name have different meaning.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Duplicates before aggregation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["bike_id", "started_at", "ended_at"]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duplicates = rides.duplicated(subset=key)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 = rides.loc[~duplicates].copy()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print(duplicates.sum())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duplicated import would inflate ride counts and averages. The decision must come from the domain.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Derived columns give shape to the question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rides["started_at"].dt.hour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rides["weekday"] = rides["started_at"].dt.day_name()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rides["is_weekend"] = rides["started_at"].dt.dayofweek &gt;= 5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rides["speed_kmh"] = rides["distance_km"] / (rides["duration_min"] / 60)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transformation. Later, the chart can use hour, weekend or speed_kmh directly.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the question into groups and metrics.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groupby + agg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rides.groupby("member_type")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.agg(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rides=("ride_id", "count"),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avg_duration=("duration_min", "mean"),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median_distance=("distance_km", "median"),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.round(1)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aggregation table gives a clearer answer than a series of separate prints.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value_counts as a quick frequency table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top_stations = 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rides["start_station"]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.value_counts(dropna=False)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.head(10)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print(top_stations)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helps find dominant categories, spelling issues and the unknown value.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adds context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 = pd.read_csv("weather.csv", parse_dates=["hour"])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rides["hour"] = rides["started_at"].dt.floor("h")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with_weather = rides.merge(weather, on="hour", how="left")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is the data-work version of a database JOIN. The key and granularity must make sense.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chart answers one question, not everything at once.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Histogram: distribution of one numeric value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rides["duration_min"].clip(upper=90).plot.hist(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bins=30,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title="Ride duration distribution",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ax.set_xlabel("duration in minutes")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histogram fits the question: which values are common and which are extreme?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chart: comparing categories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hourly = rides.groupby("hour")["ride_id"].count()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hourly.plot.bar(title="Rides by hour")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ax.set_xlabel("hour of day")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ax.set_ylabel("rides")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bar chart compares categories or discrete groups. The y-axis needs a clear unit.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Scatter: relationship between two numeric variables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= rides.sample(500, random_state=42)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 = sample.plot.scatter(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x="distance_km",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y="duration_min",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alpha=0.35,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scatter plot does not prove causality. It shows relationship, clustering and outliers.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misleading chart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 y-axis does not start at zero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percentages without denominators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hides strong outliers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 lacks unit and filter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axis and unit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data filter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observation count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median too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concrete conclusion from the analysis</a:t>
            </a:r>
            <a:endParaRPr lang="en-US" sz="2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Finding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Evidence in data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Caution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subscriber rides peak in morning and afternoon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hourly count by member_type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 proof of commuting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casual rides have higher median duration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groupby member_type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outliers clipped above 90 min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rain reduces casual ride count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merge with weather and bar chart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weather is not the only factor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in data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is not the goal of the analysis.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a reproducible path from question through cleaning and aggregation to a concrete conclusion that can be defended with data.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in Python</dc:title>
  <dc:subject>Programming in Python</dc:subject>
  <dc:creator>TUKE FEI</dc:creator>
  <cp:lastModifiedBy>TUKE FEI</cp:lastModifiedBy>
  <cp:revision>1</cp:revision>
  <dcterms:created xsi:type="dcterms:W3CDTF">2026-09-15T21:39:10Z</dcterms:created>
  <dcterms:modified xsi:type="dcterms:W3CDTF">2026-09-15T21:39:10Z</dcterms:modified>
</cp:coreProperties>
</file>