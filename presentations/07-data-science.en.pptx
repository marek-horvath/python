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Science in Python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Work Starts with a Question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table itself is not the result. The result is an answer, decision, chart, report or data-supported finding.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which course has the lowest average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many submissions were unsuccessful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whether the data contains duplicates or missing values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how results change between attempts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Data Workflow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7797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5112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4271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586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7458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0610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3694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009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0168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83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26642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957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Science Is Not Only Machine Learning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part of practical data work is ordinary, precise and repeatable data processing.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load data from CSV, a database or an API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understand types, ranges and missing values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aggregations and reports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present the result in a readable form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Data Ecosystem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Matplotlib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Jupyter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SciPy / scikit-learn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Jupyter Is a Notebook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notebook combines code, results, text and charts. It is practical for exploration and explaining data analysis.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cell -&gt; execute -&gt; result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quick experimentation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good format for ongoing analytical work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Notebook Remembers State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cells may not have been run from top to bottom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variables may remain in memory from a previous experiment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before submission, use Restart kernel + Run All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a Result Be Hard to Reproduce?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notebook works for its author, but fails after restarting the kernel. Which variables or steps may have depended on the previous cell order?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work with numerical arrays.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List vs. NumPy Array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general-purpose collection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 mix types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excellent for ordinary programming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numeric work is often done with loops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 array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homogeneous numerical data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vectorized operations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efficient memory use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foundation of scientific Python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Array Has Shape and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numpy_basics.py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np.array([10, 20, 30, 40])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print(values.shape)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print(values.dtype)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Vectorized Operation Instead of a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doubled = []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value in values: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doubled.append(value * 2)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numpy as np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np.array([10, 20, 30])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doubled = values *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Broadcasting in a Simple Case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broadcasting.py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np.array([92, 67, 45, 81])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bonus_points = points + 5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percent = points / 100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operation with a scalar is applied to the whole array.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Indexing and Slicing Are Familiar Concepts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slicing.py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np.array([10, 20, 30, 40, 50])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= values[0]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 = values[-1]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 = values[1:4]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reversed_values = values[::-1]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Two-Dimensional Data Has Axes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= np.array([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[92, 85, 78],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[67, 74, 81],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first_row = matrix[0, :]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first_column = matrix[:, 0]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Mask Selects Values by a Condition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np.array([92, 67, 45, 81])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passed_mask = points &gt;= 50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passed_points = points[passed_mask]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Aggregations over an Array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np.array([92, 67, 45, 81])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print(points.mean())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print(points.min())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print(points.max())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print(points.sum())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the Result Be?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points = np.array([40, 50, 90]), what does the expression points &gt;= 50 represent?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data as a first-class object.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and DataFrame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Mental 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Series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named column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DataFrame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table with columns and rows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Dataset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results.csv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student,course,points,attempt,submitted_at,duration_min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Anna,Python,92,1,2026-10-01,48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Peter,Python,67,1,2026-10-01,65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Lucia,Databases,88,1,2026-10-03,54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Martin,Python,45,2,2026-10-04,90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slice represents a table with student results.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Load and Inspect the 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load_data.py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pd.read_csv("results.csv")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print(df.head())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print(df.shape)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print(df.columns)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Diagnostics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df.info()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print(df.describe())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print(df.dtypes)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Columns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df["points"]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DataFrame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short_table = df[["student", "course", "points"]]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Rows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passed_python = df[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(df["course"] == "Python")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 (df["points"] &gt;= 50)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multiple conditions, use parentheses and &amp; or |.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This Filter Select?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(df["course"] == "Python") &amp; (df["points"] &gt;= 50)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`loc` and `iloc`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df.loc[...]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labels and boolean masks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df.iloc[...]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numeric positions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Sorting Gives First Answers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top_results = df.sort_values(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by="points",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ascending=False,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).head(5)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print(top_results[["student", "course", "points"]])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Column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df["passed"] = df["points"] &gt;= 50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df["points_per_minute"] = df["points"] / df["duration_min"]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print(df[["student", "passed", "points_per_minute"]])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Missing Values First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missing = df.isna().sum()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print(missing)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= df.dropna(subset=["points"])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filled = df.fillna({"duration_min": 0})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Missing Value Mean?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duration_min is missing, is it zero minutes, an unsubmitted solution, or only a missing measurement?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 Can Be an Error or Reality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duplicates = df.duplicated(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subset=["student", "course", "attempt"]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print(df[duplicates])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GroupBy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such as: by course, by student, by category.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- Apply - Combine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351129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336499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course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52544" y="2606040"/>
            <a:ext cx="351129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25696" y="2770632"/>
            <a:ext cx="336499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mean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1856" y="2606040"/>
            <a:ext cx="351129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65008" y="2770632"/>
            <a:ext cx="336499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result table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Points by Course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groupby.py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average_by_course = df.groupby("course")["points"].mean()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print(average_by_course.sort_values(ascending=False))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Aggregations at Once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df.groupby("course")["points"].agg(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count="count",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mean="mean",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minimum="min",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maximum="max",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print(summary)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`value_counts()` as a Frequency Table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print(df["course"].value_counts())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print(df["passed"].value_counts())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Is the pandas Version of JOIN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results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courses ON courses.id = results.course_id;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merged = results.merge(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courses,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left_on="course_id",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right_on="id",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`apply()` Is Not the First Choice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first look for a vectorized pandas expression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apply() can be readable for simple custom logic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 large data it is often much slower than a vectorized operation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chart should answer a concrete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Chart: Comparing Categories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average_by_course.plot(kind="bar")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plt.ylabel("Average points")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plt.title("Average by course")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plt.tight_layout()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Histogram: Distribution of Values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df["points"].plot(kind="hist", bins=10)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plt.xlabel("Points")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plt.title("Point distribution")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Chart Should We Choose?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want to compare the average number of points in courses. Is a bar chart, histogram or scatter plot more suitable?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DataFrame Can Also Come from SQL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from_sql.py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"""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students.name, courses.title, results.points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results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students ON students.id = results.student_id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courses ON courses.id = results.course_id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pd.read_sql(query, connection)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stored in a database can be loaded directly into pandas and then analyzed.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CSV -&gt; Question -&gt; Answer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load CSV with read_csv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check head, shape, info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filter one course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groupby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draw one simple chart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 topic: getting data from the web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in Python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