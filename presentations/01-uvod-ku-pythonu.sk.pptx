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Úvod ku Pythonu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sa Python správa v rukách programátora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je dynamický jazyk. Nie je to jazyk bez typov.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patrí objektu; meno iba odkazuje na objekt, ktorý môže neskôr nahradiť iný.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Jeden jazyk, rôzne druhy práce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Rovnaké základy použijeme pri skriptoch, dátach, API aj desktopových nástrojoch.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automatizácia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 API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 odkazuje na objekt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viaže meno na hodnotu. Nevytvára automaticky jej kópiu.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"excellent"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Priradenie a aliasing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[72, 91]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 = results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alias.append(45)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print(results)  # [72, 91, 45]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print(alias)    # [72, 91, 45]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Obe mená ukazujú na ten istý list objekt. Zmena sa nevykonala na mene, ale na objekte.</a:t>
            </a:r>
            <a:endParaRPr lang="en-US" sz="1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Kde vznikne nový objekt?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Porovnajte priradenie, plytkú kópiu a vnorený list.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original.copy()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copy["scores"].append(100)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print(original["scores"])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Mutabilita určuje, či vieme objekt zmeniť na mieste.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 set sú mutable. str, tuple, int a float sú immutable.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Zdieľať alebo kopírovať?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Zdieľaný objekt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zmena cez b je viditeľná cez 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iba pri zámernom zdieľaní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Samostatná hodnota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nový vonkajší objekt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vnorené mutable objekty môžu zostať zdieľané</a:t>
            </a:r>
            <a:endParaRPr lang="en-US" sz="1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Plytká a hlboká kópia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dict.copy() kopíruje iba vonkajší slovník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 vytvorí nezávislú kópiu celého objektového grafu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 používajte iba vtedy, keď ho naozaj potrebujete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5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Kolekciu vyberáme podľa operácie</a:t>
            </a:r>
            <a:endParaRPr lang="en-US" sz="2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Štruktúra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Keď potrebujeme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poradie a opakovania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spracované súbory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pevný záznam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súradnice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unikátne hodnoty alebo rýchly membership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oprávnenia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hodnotu pod kľúčom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používateľ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Štruktúra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potrebujeme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Iterujte cez hodnoty, nie cez indexy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má význam iba vtedy, keď ho program naozaj používa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.items() pomenúva kľúč aj hodnotu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pridá poradové číslo bez range(len(...))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{"Anna": 92, "Peter": 67}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scores.items():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enumerate(scores, start=1):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5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zip spája súvisiace sekvencie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points):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{score}")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majú hodnoty vlastnú identitu a pribúdajú ďalšie atribúty, zvyčajne je lepší dataclass než viac paralelných listov.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Slicing a unpacking vyjadrujú štruktúru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first_three = values[:3]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every_second = values[::2]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reversed_copy = values[::-1]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vytvára novú sekvenciu. Unpacking je vhodný, keď majú časti záznamu jasný význam.</a:t>
            </a:r>
            <a:endParaRPr lang="en-US" sz="15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Comprehension skracuje jednu jasnú transformáciu. Nie celý algoritmus.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musí byť čitateľný postup. Až potom zvažujeme kratší zápis.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Od cyklu ku comprehension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vstup: všetky výsledky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výber: iba úspešné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transformácia: druhá mocnina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 ** 2)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[score ** 2 for score in scores if score &gt;= 51]</a:t>
            </a:r>
            <a:endParaRPr lang="en-US" sz="15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Kratší zápis nemusí byť lepší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Čitateľ musí naraz sledovať tri vnorené kroky.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{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sorted({result.student for result in results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result.course == course and result.points &gt;= 51})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course in {result.course for result in results}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 zložitejšom pravidle radšej použite pomenované medzivýsledky a cyklus.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nie je meradlo kvality Python kódu. Čitateľnosť má prednosť pred kompaktnosťou.</a:t>
            </a:r>
            <a:endParaRPr lang="en-US" sz="15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Funkcia je zmluva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Dobrý podpis napovie, aké dáta funkcia prijíma, čo vracia a kedy môže zlyhať.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výnimka pri neplatnom vstupe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 hints dopĺňajú kontrakt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pomáhajú čitateľovi, IDE a statickej kontrole. Samy osebe za behu nevynucujú typy.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Mutable default argument je zdieľaný stav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hodnota vznikne pri definícii funkcie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alebo dict sa potom zdieľa medzi volaniami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vytvorí nový objekt až vo vnútri funkcie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str, students: list[str] | None = None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list[str]: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5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Záznam bez mena alebo dátový model?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/ dict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("Anna", "Python", 92)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význam pozícií si musíme pamätať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dáva zmysel pre malý lokálny záznam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Result(student, course, points)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atribúty opisujú dáta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lepšie rozhranie vlastného programu</a:t>
            </a:r>
            <a:endParaRPr lang="en-US" sz="16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dataclass pomenúva doménový objekt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passed(self) -&gt; bool: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self.points &gt;= 51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nie je povinný všade. Je užitočný tam, kde spolu hodnoty opisujú jednu vec.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Operácia môže zlyhať. Výnimka má pomenovať konkrétny problém.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Zachytávame iba chybu, pri ktorej vieme používateľovi alebo volajúcemu kódu rozumne pomôcť.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Konkrétna výnimka, konkrétna reakcia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int() môže zlyhať na nečíselnom vstupe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ValueError je súčasťou kontraktu tejto operácie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iba ukryje problém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read_score(raw: str) -&gt; int: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int(raw)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 as error: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"score must be an integer"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 from error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Modul je rozhranie kódu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importujeme iba verejnú funkcionalitu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oddeľuje spustenie programu od importu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 sa potom dajú testovať bez terminálu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report import build_summary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 = build_summary("results.csv")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print(summary)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5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Projekt potrebuje vlastné prostredie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/ pyproject.toml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pyproject.toml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"course-report"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["httpx&gt;=0.27"]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Virtuálne prostredie izoluje dependencies. pyproject.toml popisuje, čo potrebuje projekt na inom počítači.</a:t>
            </a:r>
            <a:endParaRPr lang="en-US" sz="15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Malý program skladá známe časti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passed_by_course(results: list[Result]) -&gt; dict[str, list[str]]: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grouped: dict[str, list[str]] = {}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result in results: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result.passed():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grouped.setdefault(result.course, []).append(result.student)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grouped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kolekcia + funkcia + dataclass + type hints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print(passed_by_course(results))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kód nevzniká jedným trikom. Vzniká z presných názvov, vhodných štruktúr a malých overiteľných častí.</a:t>
            </a:r>
            <a:endParaRPr lang="en-US" sz="15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Dobrý Python kód ukazuje zámer skôr než šikovnosť autora.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Tieto základy sa v ďalších týždňoch objavia pri súboroch, GUI, HTTP, databázach aj testovaní.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ku Pythonu</dc:title>
  <dc:subject>Programovanie v Pythone</dc:subject>
  <dc:creator>TUKE FEI</dc:creator>
  <cp:lastModifiedBy>TUKE FEI</cp:lastModifiedBy>
  <cp:revision>1</cp:revision>
  <dcterms:created xsi:type="dcterms:W3CDTF">2026-09-15T21:51:32Z</dcterms:created>
  <dcterms:modified xsi:type="dcterms:W3CDTF">2026-09-15T21:51:32Z</dcterms:modified>
</cp:coreProperties>
</file>