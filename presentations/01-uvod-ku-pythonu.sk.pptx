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Úvod ku Pythonu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úvod do programovania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Predpokladáme, že poznáte premenné, vetvenie, cykly, funkcie, kolekcie a základné algoritmické myslenie.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cieľom je Python ako jazyk s vlastným objektovým modelom a idiomami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budeme porovnávať funkčný kód s kódom, ktorý je prirodzený pre Python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sa spúšťa Python kód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.py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VM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objekty v pamäti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výsledok alebo výnimka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CPython je referenčná implementácia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Keď bežne povieme „Python“, zvyčajne myslíme jazyk Python spúšťaný implementáciou CPython.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jazyk definuje syntax a sémantiku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CPython je najpoužívanejší interpreter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detaily ako id() alebo garbage collection môžu závisieť od implementácie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REPL, script, modul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hello.py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Rovnaký jazyk používame na rýchly experiment, jednorazový script aj importovateľný modul.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 a objekt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Pythone premenná nie je krabica s pevne daným typom.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 ukazuje na objekt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typing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má objekt. Meno môže neskôr ukazovať na iný objekt.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Identita nie je rovnosť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[1, 2, 3]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b)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print(id(a), id(b))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== porovnáva hodnotu. is porovnáva, či ide o ten istý objekt.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vypíše?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Najprv rozhodnite, koľko list objektov v programe vzniklo.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Priradenie nie je kopírovanie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objekt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b.append(4)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nový list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a.copy()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b.append(4)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Mutability rozhoduje o vedľajších účinkoch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 objektu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Príklady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Praktický dôsledok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int, float, str, tuple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operácia typicky vytvorí nový objekt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mutable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list, dict, 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objekt sa môže zmeniť cez inú referenciu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pozor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tuple s listom vo vnútri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immutability vonkajšieho objektu nie je deep immutability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copy nekopíruje vnorené objekty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copy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[[1, 2], [3, 4]]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rows.copy()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copy[0].append(99)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copy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[[1, 2], [3, 4]]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deepcopy(rows)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copy[0].append(99)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Kolekcie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Voľba dátovej štruktúry je návrhové rozhodnutie.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Štyri časté voľby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Keď potrebujete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Vlastnosti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poradie, index, postupné zmeny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ordered, mutable, duplicates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pevnú skupinu hodnôt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ordered, immutable, duplicates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unikátnosť a rýchly membership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unordered, mutable, unique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mapovanie kľúč → hodnota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insertion ordered, mutable, unique keys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ako pracovná sekvencia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[91, 84, 77]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scores.append(96)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scores.sort(reverse=True)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print(scores[0])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 ako pevná štruktúra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student, course, points = record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print(course)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 je vhodný, keď pozícia hodnoty nesie význam a štruktúra sa nemení.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pre unikátnosť a membership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submitted = ["anna", "peter", "anna", "lucia"]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unique_students = set(submitted)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"anna" in unique_students: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print("submitted")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print(len(unique_students))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 pre pomenované vzťahy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{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"Anna": 92,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"Peter": 67,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points.items():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Ktorú kolekciu zvoliť?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Máme často zisťovať, či už bol konkrétny študent spracovaný. Poradie nepotrebujeme.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návrhová otázka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 = {"anna", "peter"}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"lucia" not in processed: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processed.add("lucia")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Idiomatická iterácia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kód nemá byť mechanický preklad z C.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nepotrebujete index, nepýtajte si ho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preložený štýl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prirodzený Python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 in names: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cez `enumerate()`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enumerate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enumerate(names, start=1):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má význam vtedy, keď je súčasťou problému: poradie, číslovanie, pozícia chyby.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Paralelné sekvencie cez `zip()`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[92, 67, 81]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scores):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zip() spája prvky podľa pozície. Končí pri kratšej sekvencii.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Slicing číta časť sekvencie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print(values[:3])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print(values[1:4])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print(values[::2])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print(values[::-1])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Tvar je start:stop:step. Stop index nie je zahrnutý.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Unpacking pomenúva význam hodnôt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unpacking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student, course, points = record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print(student, course, points)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vrátia tieto výrazy?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Zamerajte sa na stop index a záporný index.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otázka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letters = ["a", "b", "c", "d", "e"]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print(letters[1:4])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print(letters[-2:])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print(letters[::-1])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Comprehensions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Kompaktný zápis transformácie alebo filtrovania, nie súťaž v skrátení kódu.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Transformácia kolekcie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explicitná slučka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[1, 2, 3, 4]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number in numbers: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squares.append(number ** 2)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comprehension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[1, 2, 3, 4]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**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number in numbers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Filtrovanie v comprehension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[-2, -1, 0, 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positive_squares = 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**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number in numbers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number &gt;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print(positive_squares)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dict comprehension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/ dict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"anna", "Peter"]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normalized = {name.lower() for name in names}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name_lengths = {name: len(name) for name in normalized}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print(normalized)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print(name_lengths)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Kedy je kratší kód horší?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Rozhodnite, či by ste tento zápis nechali v produkčnom kóde.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prehnané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[["Anna", "92"], ["", "x"], ["Peter", "67"]]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{n: int(s) for n, s in rows if n and s.isdigit()}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Funkcie a typové informácie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Známy koncept, ale dôležité Python detaily.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arguments znižujú nejednoznačnosť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final_price(price: float, discount: float = 0.0) -&gt; float: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print(final_price(100, 0.15))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print(final_price(100, discount=0.15))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 návratových hodnôt je tuple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min_max(values: list[int]) -&gt; tuple[int, int]: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min(values), max(values)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lowest, highest = min_max([4, 1, 9])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print(lowest)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print(highest)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je problém?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argument sa vyhodnotí raz pri definícii funkcie.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mutable default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= []):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print(add_student("Anna"))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print(add_student("Peter"))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`None` ako bezpečný default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oprava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print(add_student("Anna"))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print(add_student("Peter"))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hints nemenia runtime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find_score(name: str, scores: dict[str, int]) -&gt; int |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scores.get(name)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find_score("Anna", {"Anna": 92})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is not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print(score + 1)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zostáva dynamicky typovaný. Hinty pomáhajú čitateľovi, IDE a statickým nástrojom.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`dataclass` pre malé dátové modely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dataclass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Result("Anna", "Python", 92)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print(result.student, result.points)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Keď slovník začne mať stabilnú štruktúru, často si zaslúži pomenovaný typ.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Chyby, moduly a prostredie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Kód má byť spustiteľný, importovateľný a udržiavateľný.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Chyťte konkrétnu výnimku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 = int("abc")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lepšie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 = int("abc")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print("Neplatné číslo")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 môže byť script aj modul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__main__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Path("data")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print(path.exists())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Kód na spustenie patrí do main(). Import súboru potom nespustí celý program ako vedľajší účinok.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 má mať vlastné prostredie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PowerShell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.venv\Scripts\Activate.ps1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environment oddeľuje dependencies projektu od globálneho Pythonu v systéme.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`pyproject.toml` ako metadata projektu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Moderné Python projekty často opisujú názov, verziu, dependencies a build nastavenia v súbore pyproject.toml.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PyPI je verejný index balíkov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pip inštaluje balíky do aktuálneho prostredia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 predmet stačí rozumieť workflow; packaging budeme riešiť len primerane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REPL: aliasing, slicing, comprehension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súbor: main(), type hints, dataclass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prostredie: .venv a inštalácia malej dependency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Prirodzený Python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model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72937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46089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kolekcie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32642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05794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iterácia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92347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65499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52053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25205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typové hinty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11758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4910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71463" y="2606040"/>
            <a:ext cx="143168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4615" y="2770632"/>
            <a:ext cx="128538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prostredie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