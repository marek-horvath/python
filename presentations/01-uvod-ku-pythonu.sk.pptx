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Úvod ku Pythonu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Základy jazyka pre programátora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si z prednášky odniesť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Python pracuje s menami, objektmi a typmi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kedy zvoliť list, tuple, set alebo dict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čítať a písať idiomatický Python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skladať malé, overiteľné funkcie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v praxi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Jazyk je spoločný, problém určuje nástroje.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automatizácia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 API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nástroje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úvod do programovania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Predpokladáme, že už poznáte vetvenie, cykly, funkcie a základné dátové štruktúry.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cieľom je naučiť sa Python používať prirodzene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stručná syntax nie je jediná vlastnosť dobrého Python kódu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dôležité sú čitateľnosť, pomenovanie a práca s objektmi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 bežné spôsoby práce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REPL: rýchly experiment a overenie nápadu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script: opakovateľná úloha v súbore .py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modul: kód, ktorý môže použiť iný program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REPL, script, modul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report.py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package.module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Rovnaký interpreter spúšťa krátky experiment aj väčší projekt.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Mená a objekty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Premenná v Pythone nie je krabica s typom.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 ukazuje na objekt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patrí objektu. Meno môže neskôr odkazovať na iný objekt.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 42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 'Python'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Dynamické typovanie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"Python"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Neznamená to, že typy neexistujú. Znamená to, že deklarácia mena ich neurčuje natrvalo.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sa vypíše?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Koľko list objektov vzniklo?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b.append(3)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nie je kopírovanie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Rovnaký objekt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zmena cez b zmení aj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pri úmyselnom zdieľaní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Nový objekt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samostatný list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pozor na vnorené mutabilné hodnoty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Plytká a hlboká kópia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Plytká kópia vytvorí nový slovník, ale vnorený list zostáva zdieľaný.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Mutabilita je vlastnosť objektu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 set vieme meniť na mieste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str, tuple, int a float sú nemenné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funkciách si vždy všimnite, či objekt meníte alebo vytvárate nový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Kolekcie a iterovanie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Dátová štruktúra vyjadruje zámer programu.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Kedy ktorú kolekciu?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Štruktúra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Použite, keď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Typický 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záleží na poradí a opakovaní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zoznam úloh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údaj má pevnú štruktúru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súradnice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potrebujete unikátne hodnoty alebo membership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oprávnenia používateľa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hodnotu hľadáte podľa kľúča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používateľ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Štruktúra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Použite, keď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Typický príklad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List: postupné spracovanie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píšte kód, ktorý sa dá ľahko čítať. Skrátenie môže prísť až potom.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dict: pomenované hodnoty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"Anna",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"points": 92,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"active": 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print(student["name"])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Kľúče majú opisovať význam hodnoty, nie poradie v pamäti.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Iterovanie: pracujte s hodnotou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potrebujete iba vtedy, keď má index samostatný význam.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value in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key, value in data.items()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index, value in enumerate(values)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a zip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(name, score) in enumerate(zip(names, points), start=1):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name, score)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 prepája súvisiace sekvencie. Ak majú dáta vlastnú identitu, zvážte radšej jednu štruktúru objektov.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ktorý zápis je čitateľnejší?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vyjadruje index v tomto cykle?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a unpacking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values[1:4] vytvorí časť sekvencie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values[::-1] vytvorí obrátenú kópiu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first, *middle, last zrozumiteľne rozdelí sekvenciu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Rozbalenie podľa štruktúry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course, points = record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je vhodný, keď počet alebo význam častí poznáme.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Transformácia dát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je nástroj, nie cieľ.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cyklu ku comprehension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[score for score in scores if score &gt;= 51]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squared = [score ** 2 for score in passed]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Jeden výber alebo transformácia je dobrý kandidát na comprehension.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neznamená najkratší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Dobré použitie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jasná transformácia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krátke pomenovanie výrazu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výsledok sa dá prečítať zľava doprava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Zastavte sa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 vnorené cykly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podmienok a pomocných výrazov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čitateľ musí najprv simulovať kód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Čitateľný kód je lepší než trik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= {}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result in results: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result.points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groups.setdefault(result.course, []).append(result.student)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zápis je často lepší než komplikovaná vnorená comprehension, lebo odhaľuje jednotlivé kroky.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 a malé modely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má mať zrozumiteľnú zodpovednosť.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Zmluva funkcie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Dobrý podpis napovie, čo funkcia očakáva a čo vracia.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návratová hodnota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volajúci kód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ako dokumentácia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pomáhajú čitateľovi, IDE aj statickej kontrole. Za behu samy osebe nevynucujú typy.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argument musí byť bezpečný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nemenné defaulty sú spravidla bezpečné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mutabilné defaulty sa vytvoria iba raz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 list alebo dict používajte None a objekt vytvorte vo funkcii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 argument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| None = None) -&gt; list[str]: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Tým sa pri každom volaní bez argumentu vytvorí nový list.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pre dáta s významom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sú spolu hodnoty, ktoré opisujú jednu vec, pomenovaný dátový model je čitateľnejší než nejasný tuple.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Chyby, moduly, prostredie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program má byť spustiteľný aj mimo vášho počítača.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Výnimka nie je normálny návrat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int(user_input)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print(f"Skóre: {score}")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Zachyťte iba chybu, s ktorou viete konkrétne pracovať. Nepoužívajte except: pass.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Importy a virtuálne prostredie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requests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list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Virtuálne prostredie izoluje dependencies projektu od systémového Pythonu.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Pracovný návyk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spúšťajte príklady často a v malých krokoch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čítajte chybové hlásenie od konca k riadku vo vlastnom kóde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nezakrývajte chybu ďalším if alebo except blokom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vytvorte malý príklad, ktorý problém izoluje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Krátka ukážka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 raw dát vytvoríme Result, vyfiltrujeme úspešné výsledky a vypíšeme prehľad podľa predmetu.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→ dataclass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s type hints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/ dict / comprehension podľa potreby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zachytená chyba vstupu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mená odkazujú na objekty; mutabilita ovplyvňuje zdieľanie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kolekciu vyberáme podľa operácie, nie podľa zvyku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má zjednodušiť, nie zahmliť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funkcie, type hints a dataclass dávajú kódu štruktúru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Skriptovanie a automatizácia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tieto základy použiť pri práci so súbormi, textom a operačným systémom.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ku Pythonu</dc:title>
  <dc:subject>Programovanie v Pythone</dc:subject>
  <dc:creator>TUKE FEI</dc:creator>
  <cp:lastModifiedBy>TUKE FEI</cp:lastModifiedBy>
  <cp:revision>1</cp:revision>
  <dcterms:created xsi:type="dcterms:W3CDTF">2026-09-15T16:36:49Z</dcterms:created>
  <dcterms:modified xsi:type="dcterms:W3CDTF">2026-09-15T16:36:49Z</dcterms:modified>
</cp:coreProperties>
</file>