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Úvod ku Pythonu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Ako sa Python správa v rukách programátora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je dynamický jazyk. Nie je to jazyk bez typov.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 patrí objektu; meno iba odkazuje na objekt, ktorý môže neskôr nahradiť iný.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Jeden jazyk, rôzne druhy práce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Rovnaké základy použijeme pri skriptoch, dátach, API aj desktopových nástrojoch.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automatizácia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dáta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a API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nástroje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Meno odkazuje na objekt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Priradenie viaže meno na hodnotu. Nevytvára automaticky jej kópiu.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92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"excellent"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Priradenie a aliasing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[72, 91]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alias = results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alias.append(45)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print(results)  # [72, 91, 45]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print(alias)    # [72, 91, 45]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Obe mená ukazujú na ten istý list objekt. Zmena sa nevykonala na mene, ale na objekte.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Kde vznikne nový objekt?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Porovnajte priradenie, plytkú kópiu a vnorený list.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 = {"scores": [80, 90]}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= original.copy()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copy["scores"].append(100)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print(original["scores"])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si odpoveď zdôvodnite. Potom kód spustite.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Mutabilita určuje, či vieme objekt zmeniť na mieste.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list, dict a set sú mutable. str, tuple, int a float sú immutable.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Zdieľať alebo kopírovať?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Zdieľaný objekt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= 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zmena cez b je viditeľná cez 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vhodné iba pri zámernom zdieľaní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Samostatná hodnota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= a.copy()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nový vonkajší objekt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vnorené mutable objekty môžu zostať zdieľané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Plytká a hlboká kópia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dict.copy() kopíruje iba vonkajší slovník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deepcopy vytvorí nezávislú kópiu celého objektového grafu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deepcopy používajte iba vtedy, keď ho naozaj potrebujete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copy import deepcopy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 = {"scores": [80, 90]}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shallow = original.copy()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 = deepcopy(original)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shallow["scores"].append(100)</a:t>
            </a:r>
            <a:endParaRPr lang="en-US" sz="15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Kolekciu vyberáme podľa operácie</a:t>
            </a:r>
            <a:endParaRPr lang="en-US" sz="2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Štruktúra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Keď potrebujeme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Príklad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list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poradie a opakovania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spracované súbory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tuple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pevný záznam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(x, y) súradnice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unikátne hodnoty alebo rýchly membership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oprávnenia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dict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hodnotu pod kľúčom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id → používateľ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Štruktúra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Keď potrebujeme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Príklad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Iterujte cez hodnoty, nie cez indexy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index má význam iba vtedy, keď ho program naozaj používa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.items() pomenúva kľúč aj hodnotu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enumerate pridá poradové číslo bez range(len(...))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{"Anna": 92, "Peter": 67}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name, score in scores.items():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print(name, score)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index, name in enumerate(scores, start=1):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print(index, name)</a:t>
            </a:r>
            <a:endParaRPr lang="en-US" sz="156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zip spája súvisiace sekvencie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 = ["Anna", "Peter", "Lucia"]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points = [92, 67, 81]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name, score in zip(names, points):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print(f"{name}: {score}")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 majú hodnoty vlastnú identitu a pribúdajú ďalšie atribúty, zvyčajne je lepší dataclass než viac paralelných listov.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Slicing a unpacking vyjadrujú štruktúru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 = [10, 20, 30, 40, 50, 60]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first_three = values[:3]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every_second = values[::2]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reversed_copy = values[::-1]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first, *middle, last = values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print(first, middle, last)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Slicing vytvára novú sekvenciu. Unpacking je vhodný, keď majú časti záznamu jasný význam.</a:t>
            </a:r>
            <a:endParaRPr lang="en-US" sz="15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Comprehension skracuje jednu jasnú transformáciu. Nie celý algoritmus.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musí byť čitateľný postup. Až potom zvažujeme kratší zápis.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Od cyklu ku comprehension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vstup: všetky výsledky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výber: iba úspešné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transformácia: druhá mocnina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[72, 91, 45, 88]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 = []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score in scores: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score &gt;= 51: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passed.append(score ** 2)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[score ** 2 for score in scores if score &gt;= 51]</a:t>
            </a:r>
            <a:endParaRPr lang="en-US" sz="156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Kratší zápis nemusí byť lepší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Čitateľ musí naraz sledovať tri vnorené kroky.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 = {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course: sorted({result.student for result in results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if result.course == course and result.points &gt;= 51})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course in {result.course for result in results}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Pri zložitejšom pravidle radšej použite pomenované medzivýsledky a cyklus.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Comprehension nie je meradlo kvality Python kódu. Čitateľnosť má prednosť pred kompaktnosťou.</a:t>
            </a:r>
            <a:endParaRPr lang="en-US" sz="15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Funkcia je zmluva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Dobrý podpis napovie, aké dáta funkcia prijíma, čo vracia a kedy môže zlyhať.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parametre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spracovanie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return value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výnimka pri neplatnom vstupe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 hints dopĺňajú kontrakt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average(values: list[float]) -&gt; float: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values: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ValueError("values must not be empty")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sum(values) / len(values)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 hints pomáhajú čitateľovi, IDE a statickej kontrole. Samy osebe za behu nevynucujú typy.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Mutable default argument je zdieľaný stav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default hodnota vznikne pri definícii funkcie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 alebo dict sa potom zdieľa medzi volaniami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None vytvorí nový objekt až vo vnútri funkcie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add_student(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str, students: list[str] | None = None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list[str]: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students is None: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students = []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students.append(name)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students</a:t>
            </a:r>
            <a:endParaRPr lang="en-US" sz="156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Záznam bez mena alebo dátový model?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Tuple / dict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("Anna", "Python", 92)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význam pozícií si musíme pamätať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dáva zmysel pre malý lokálny záznam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dataclass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Result(student, course, points)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atribúty opisujú dáta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lepšie rozhranie vlastného programu</a:t>
            </a:r>
            <a:endParaRPr lang="en-US" sz="16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dataclass pomenúva doménový objekt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dataclass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Result: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student: str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course: str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points: int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passed(self) -&gt; bool: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self.points &gt;= 51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Dataclass nie je povinný všade. Je užitočný tam, kde spolu hodnoty opisujú jednu vec.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Operácia môže zlyhať. Výnimka má pomenovať konkrétny problém.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Zachytávame iba chybu, pri ktorej vieme používateľovi alebo volajúcemu kódu rozumne pomôcť.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Konkrétna výnimka, konkrétna reakcia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int() môže zlyhať na nečíselnom vstupe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ValueError je súčasťou kontraktu tejto operácie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except: pass iba ukryje problém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read_score(raw: str) -&gt; int: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int(raw)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ValueError as error: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ValueError(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"score must be an integer"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) from error</a:t>
            </a:r>
            <a:endParaRPr lang="en-US" sz="156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 je rozhranie kódu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importujeme iba verejnú funkcionalitu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main() oddeľuje spustenie programu od importu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funkcie sa potom dajú testovať bez terminálu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report import build_summary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main() -&gt; None: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summary = build_summary("results.csv")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print(summary)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__name__ == "__main__":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main()</a:t>
            </a:r>
            <a:endParaRPr lang="en-US" sz="156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Projekt potrebuje vlastné prostredie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 / pyproject.toml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venv .venv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Windows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.venv\Scripts\activate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 install httpx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pyproject.toml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[project]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"course-report"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dependencies = ["httpx&gt;=0.27"]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Virtuálne prostredie izoluje dependencies. pyproject.toml popisuje, čo potrebuje projekt na inom počítači.</a:t>
            </a:r>
            <a:endParaRPr lang="en-US" sz="15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Malý program skladá známe časti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passed_by_course(results: list[Result]) -&gt; dict[str, list[str]]: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grouped: dict[str, list[str]] = {}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result in results: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result.passed():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grouped.setdefault(result.course, []).append(result.student)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grouped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kolekcia + funkcia + dataclass + type hints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print(passed_by_course(results))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Pythonic kód nevzniká jedným trikom. Vzniká z presných názvov, vhodných štruktúr a malých overiteľných častí.</a:t>
            </a:r>
            <a:endParaRPr lang="en-US" sz="15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Dobrý Python kód ukazuje zámer skôr než šikovnosť autora.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Tieto základy sa v ďalších týždňoch objavia pri súboroch, GUI, HTTP, databázach aj testovaní.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Úvod ku Pythonu</dc:title>
  <dc:subject>Programovanie v Pythone</dc:subject>
  <dc:creator>TUKE FEI</dc:creator>
  <cp:lastModifiedBy>TUKE FEI</cp:lastModifiedBy>
  <cp:revision>1</cp:revision>
  <dcterms:created xsi:type="dcterms:W3CDTF">2026-09-15T20:11:50Z</dcterms:created>
  <dcterms:modified xsi:type="dcterms:W3CDTF">2026-09-15T20:11:50Z</dcterms:modified>
</cp:coreProperties>
</file>