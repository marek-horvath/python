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Backends in Python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a FastAPI reservation API step by step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33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Lecture 05 Python was the client. Now Python is the server.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backend receives HTTP requests, validates data, runs application logic, works with a database and returns an HTTP response.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of one request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route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logic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endpoint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the application and one route handler must exist.</a:t>
            </a:r>
            <a:endParaRPr lang="en-US" sz="1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FastAPI application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FastAPI(title="Reservation API")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@app.get("/health")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health() -&gt; dict[str, str]: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{"status": "ok"}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decorator connects HTTP method + path with a Python function. The return value is serialized to JSON.</a:t>
            </a:r>
            <a:endParaRPr lang="en-US" sz="1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server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uvicorn main:app --reload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main:app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modul main, premenná app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--reload belongs to development. Production process management and deployment are separate concerns.</a:t>
            </a:r>
            <a:endParaRPr lang="en-US" sz="1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path identifies a resource; a query parameter filters or modifies listing.</a:t>
            </a:r>
            <a:endParaRPr lang="en-US" sz="1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parameter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@app.get("/rooms/{room_id}")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get_room(room_id: int) -&gt; RoomOut: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 = find_room(room_id)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room is None: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HTTPException(status_code=404, detail="room not found")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room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type hint converts the path parameter to int. If conversion fails, the request does not enter the handler as success.</a:t>
            </a:r>
            <a:endParaRPr lang="en-US" sz="1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 parameters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@app.get("/reservations")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list_reservations(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room_id: int | None = None,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active: bool = True,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list[ReservationOut]: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search_reservations(room_id=room_id, active=active)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parameters are good for filters and listing options. They do not identify a single resource detail.</a:t>
            </a:r>
            <a:endParaRPr lang="en-US" sz="1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or query?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address asks for one reservation and which filters a reservation list?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7863840" cy="347472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/reservations/42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/reservations?room_id=4&amp;active=true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15400" y="2834640"/>
            <a:ext cx="2011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 your answer first. Then run the code.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body and Pydantic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POST and PATCH the client sends JSON that needs a contract.</a:t>
            </a:r>
            <a:endParaRPr lang="en-US" sz="1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model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ReservationCreate(BaseModel):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room_id: int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user_email: str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starts_at: datetime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ends_at: datetime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guests: int = Field(ge=1, le=20)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Pydantic model describes input shape and basic field rules.</a:t>
            </a:r>
            <a:endParaRPr lang="en-US" sz="1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 endpoint with request body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@app.post("/reservations", status_code=201)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create_reservation(payload: ReservationCreate) -&gt; ReservationOut: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reservation = service.create_reservation(payload)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reservation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handler receives a validated Python object. It does not parse raw JSON manually.</a:t>
            </a:r>
            <a:endParaRPr lang="en-US" sz="1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validation error is an HTTP response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"greater_than_equal",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"loc": ["body", "guests"],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"msg": "Input should be greater than or equal to 1",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"input": 0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invalid body is not a 500. The client sent a request that does not match the contract.</a:t>
            </a:r>
            <a:endParaRPr lang="en-US" sz="15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model and response model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client may send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server-generated id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system-boundary validation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e.g. ReservationCreate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backend guarantees in response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id and status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not reveal internal fields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e.g. ReservationOut</a:t>
            </a:r>
            <a:endParaRPr lang="en-US" sz="16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 model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ReservationOut(BaseModel):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int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room_id: int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user_email: str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starts_at: datetime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ends_at: datetime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str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@app.get("/reservations/{reservation_id}")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get_reservation(reservation_id: int) -&gt; ReservationOut: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service.get_reservation_or_404(reservation_id)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response model is a public contract. It does not need to copy the database model.</a:t>
            </a:r>
            <a:endParaRPr lang="en-US" sz="1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Errors and CRUD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status should name the result of the operation.</a:t>
            </a:r>
            <a:endParaRPr lang="en-US" sz="1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codes in a reservation API</a:t>
            </a:r>
            <a:endParaRPr lang="en-US" sz="2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Situation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reservation created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201 Created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 succeeded and resource exists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reservation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404 Not Found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resource does not exist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conflict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409 Conflict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request is valid, but system state rejects it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invalid JSON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422 Unprocessable Content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FastAPI/Pydantic validation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HTTPException for an expected error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HTTPException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has_overlap(payload.room_id, payload.starts_at, payload.ends_at):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HTTPException(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status_code=409,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detail="room is already reserved",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expected application problem is not a traceback for the client. It is a controlled HTTP response.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In-memory CRUD is only an intermediate step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reservations: dict[int, ReservationOut] = {}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next_id = 1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@app.get("/reservations")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list_reservations() -&gt; list[ReservationOut]: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list(reservations.values())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is enough to learn routing. After server restart the data disappears and nothing enforces consistency.</a:t>
            </a:r>
            <a:endParaRPr lang="en-US" sz="1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boundary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06 returns as backend persistence.</a:t>
            </a:r>
            <a:endParaRPr lang="en-US" sz="1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SQLAlchemy model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Reservation(Base):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__tablename__ = "reservations"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Mapped[int] = mapped_column(primary_key=True)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room_id: Mapped[int] = mapped_column(ForeignKey("rooms.id"))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user_email: Mapped[str]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starts_at: Mapped[datetime]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ends_at: Mapped[datetime]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database model is internal. The API response model is the public contract.</a:t>
            </a:r>
            <a:endParaRPr lang="en-US" sz="1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Depends prepares a Session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get_session() -&gt; Iterator[Session]: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Session(engine) as session: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session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@app.get("/rooms")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list_rooms(session: Session = Depends(get_session)):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session.scalars(select(Room)).all()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dependency separates Session creation from the handler. The same mechanism is useful for tests and configuration.</a:t>
            </a:r>
            <a:endParaRPr lang="en-US" sz="1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 with a database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@app.post("/reservations", response_model=ReservationOut, status_code=201)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create_reservation(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payload: ReservationCreate,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session: Session = Depends(get_session),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reservation = Reservation(**payload.model_dump())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session.add(reservation)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session.commit()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session.refresh(reservation)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reservation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handler is already near the size boundary. Conflicts, authorization and more complex rules belong in an application service.</a:t>
            </a:r>
            <a:endParaRPr lang="en-US" sz="15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Contract, tests, configuration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backend must be readable to a person, a client and a test.</a:t>
            </a:r>
            <a:endParaRPr lang="en-US" sz="19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OpenAPI comes from types and routes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creates an API schema from decorators, type hints and Pydantic models, visible in /docs.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 and HTTP methods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query/path/body parameters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models and status codes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errors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TestClient verifies API behaviour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tests/test_api.py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fastapi.testclient import TestClient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app.main import app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TestClient(app)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test_create_reservation_rejects_zero_guests():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client.post("/reservations", json={"guests": 0})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response.status_code == 422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test sends an HTTP request into the app without a browser and without a real network server.</a:t>
            </a:r>
            <a:endParaRPr lang="en-US" sz="17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Configuration through environment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pydantic_settings import BaseSettings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Settings(BaseSettings):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database_url: str = "sqlite:///./dev.db"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log_level: str = "INFO"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= Settings()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changes by environment, not source code. Secrets still must not end up in logs.</a:t>
            </a:r>
            <a:endParaRPr lang="en-US" sz="17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vs authorization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sent the request?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token, session, identity provider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is typically 401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may this user do?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roles, ownership, policy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is typically 403</a:t>
            </a:r>
            <a:endParaRPr lang="en-US" sz="16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async/await handles waiting for I/O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does not automatically mean faster code. It helps when the server waits for network, database or other I/O and the framework can serve another request.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CPU-bound work needs a different strategy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mix blocking calls into async handlers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driver library must support an async API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measure, do not assume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boundary</a:t>
            </a:r>
            <a:endParaRPr lang="en-US" sz="28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Development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 concern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server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uvicorn --reload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process manager, workers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 SQLite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migrations, backup, pooling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logging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readable local logs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centralisation, redaction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 and secrets out of code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TLS, auth, monitoring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concern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semester connects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foundations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+ GUI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+ database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security + backend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10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33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backend is synthesis, not a separate world.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the same habits as the rest of the course: named data, small functions, explicit errors, tests, configuration outside code and respect for system boundaries.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Backends in Python</dc:title>
  <dc:subject>Programming in Python</dc:subject>
  <dc:creator>TUKE FEI</dc:creator>
  <cp:lastModifiedBy>TUKE FEI</cp:lastModifiedBy>
  <cp:revision>1</cp:revision>
  <dcterms:created xsi:type="dcterms:W3CDTF">2026-09-15T21:51:36Z</dcterms:created>
  <dcterms:modified xsi:type="dcterms:W3CDTF">2026-09-15T21:51:36Z</dcterms:modified>
</cp:coreProperties>
</file>