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874520"/>
            <a:ext cx="106070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Backends in Python</a:t>
            </a:r>
            <a:endParaRPr lang="en-US" sz="3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API Client to API Server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client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50392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our program sends a request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someone else's server responds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we process JSON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we handle timeouts and errors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806440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06440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server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943600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someone else's client sends a request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our application responds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we validate input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we return a status code and JSON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Backend Connects Multiple Layers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532888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06040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52544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25696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72200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45352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logic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91856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65008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811512" y="2606040"/>
            <a:ext cx="169164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84664" y="2770632"/>
            <a:ext cx="1545336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Must Our Own API Know?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 client sends POST /students with a JSON body, what must the backend check, store and return?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713232" y="1508760"/>
            <a:ext cx="88696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is a Python web framework for building HTTP APIs. It directly uses type hints, Pydantic models and generates an OpenAPI description of endpoints.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46888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 route decorator connects a URL with a Python function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type hints help validation and documentation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return value is serialized as a response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Minimal Application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fastapi import FastAPI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 = FastAPI()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@app.get("/")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root():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{"message": "Hello"}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the Development Server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uvicorn main:app --reload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`main:app` Is the Address of the Application Object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713232" y="1508760"/>
            <a:ext cx="88696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is a Python module and app is a variable containing the FastAPI application. --reload belongs in development, not as a production process manager.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46888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 file change restarts the development server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errors are visible quickly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production deployment is handled by a separate layer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-&gt; Endpoint -&gt; Response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/students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896819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69971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match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80406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53558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function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263994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37146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 value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447581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20733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 response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method and path determine which function is called.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Collection and Detail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routes.py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@app.get("/students")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list_students():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students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@app.get("/students/{student_id}")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get_student(student_id: int):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find_student(student_id)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Path Parameter Has a Type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66751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63825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63459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@app.get("/students/{student_id}")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get_student(student_id: int):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{"student_id": student_id}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26680" y="1581912"/>
            <a:ext cx="347472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uses the type hint to convert a value from the URL.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 Parameters Filter or Modify Listing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@app.get("/students")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list_students(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course: str | None = None,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limit: int = 20,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search_students(course=course, limit=limit)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 or Query?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/students/42 and /students?course=Python use different parameter types. Which identifies a concrete resource and which filters a list?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API Also Speaks Through Status Codes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1481328"/>
          <a:ext cx="10789920" cy="4389120"/>
        </p:xfrm>
        <a:graphic>
          <a:graphicData uri="http://schemas.openxmlformats.org/drawingml/2006/table">
            <a:tbl>
              <a:tblPr/>
              <a:tblGrid>
                <a:gridCol w="5394960"/>
                <a:gridCol w="5394960"/>
              </a:tblGrid>
              <a:tr h="6270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situation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successful read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resource created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success without response body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invalid request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resource does not exist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1182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input validation failed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>
                    <a:lnL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3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Body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creating or updating data, the client sends JSON.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Pydantic Model Describes Input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schemas.py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pydantic import BaseModel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StudentCreate(BaseModel):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name: str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email: str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 Input -&gt; Validation -&gt; Python Object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2606040"/>
            <a:ext cx="2601468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770632"/>
            <a:ext cx="2455164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body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442716" y="2606040"/>
            <a:ext cx="2601468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15868" y="2770632"/>
            <a:ext cx="2455164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Pydantic validation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72200" y="2606040"/>
            <a:ext cx="2601468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45352" y="2770632"/>
            <a:ext cx="2455164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StudentCreate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901684" y="2606040"/>
            <a:ext cx="2601468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974836" y="2770632"/>
            <a:ext cx="2455164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endpoint function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 Fields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fields.py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pydantic import BaseModel, Field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ResultCreate(BaseModel):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student_id: int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course_id: int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points: int = Field(ge=0, le=100)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and Output Models Do Not Have to Be the Same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StudentResponse(BaseModel):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id: int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name: str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@app.post("/students", response_model=StudentResponse)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create_student(student: StudentCreate):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save_student(student)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Happens with an Invalid Type?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endpoint expects points: int, but the client sends JSON with value "abc". Should the backend return success, 404, a validation error or a traceback?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HTTPException for Expected Errors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errors.py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fastapi import HTTPException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student is None: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raise HTTPException(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status_code=404,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detail="Student not found",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API as a Small CRUD Surface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endpoints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   /students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   /students/{id}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  /students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PATCH  /students/{id}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DELETE /students/{id}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Memory to Database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list is enough to understand HTTP, but not for a real application.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In-Memory Version Is Only an Intermediate Step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students: list[dict] = []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@app.post("/students")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create_student(student: StudentCreate):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students.append(student.model_dump())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student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Happens After the Server Restarts?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all students are stored only in students = [], what remains after turning the application off and on again?</a:t>
            </a:r>
            <a:endParaRPr lang="en-US" sz="17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Backend Needs Persistence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request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896819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69971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route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80406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53558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 function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263994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37146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SQLAlchemy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447581" y="2606040"/>
            <a:ext cx="2055571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20733" y="2770632"/>
            <a:ext cx="1909267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Model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Student(Base):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__tablename__ = "students"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id: Mapped[int] = mapped_column(primary_key=True)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name: Mapped[str]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email: Mapped[str] = mapped_column(unique=True)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`Depends` Prepares a Dependency for the Endpoint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fastapi import Depends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sqlalchemy.orm import Session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get_session():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with Session(engine) as session: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yield session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with a Database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create_db.py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@app.post("/students", response_model=StudentResponse, status_code=201)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create_student(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data: StudentCreate,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session: Session = Depends(get_session),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student = Student(name=data.name, email=data.email)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session.add(student)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session.commit()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session.refresh(student)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student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Database Error Should Become an HTTP Response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integrity.py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session.commit()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IntegrityError: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session.rollback()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raise HTTPException(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status_code=409,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detail="Email already exists",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Endpoint Should Not Store All Logic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unclear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50392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HTTP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extra validation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SQL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calculations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external API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formatting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806440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06440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maintainable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943600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route handles HTTP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 function handles application logic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 database helper handles persistence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Documentation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API contract should be readable by both humans and tools.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OpenAPI Comes from Types and Endpoints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713232" y="1508760"/>
            <a:ext cx="88696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can create an API description from route decorators, type hints and Pydantic models.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46888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list of endpoints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request/response schema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validated types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interactive interface at /docs</a:t>
            </a:r>
            <a:endParaRPr lang="en-US" sz="1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Is a Verbal API Explanation Not Enough?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13232" y="14447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client team needs to know the exact shape of requests, responses and errors. Which parts of the API contract must be explicit?</a:t>
            </a:r>
            <a:endParaRPr lang="en-US" sz="17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Security Basics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previous lecture suddenly applies to every endpoint.</a:t>
            </a:r>
            <a:endParaRPr lang="en-US" sz="16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37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Authentication vs. Authorization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authentication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50392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Who are you?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identity verification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login, token, session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806440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06440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authorization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943600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What are you allowed to do?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permissions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roles, scopes, data ownership</a:t>
            </a:r>
            <a:endParaRPr lang="en-US" sz="15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38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Security Basics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68680" y="150876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validate input with Pydantic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 not return internal tracebacks to the user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use parameterized database access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keep secrets outside source code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use timeouts when calling external services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HTTPS in production</a:t>
            </a:r>
            <a:endParaRPr lang="en-US" sz="1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Meet CORS with Browser Frontends</a:t>
            </a:r>
            <a:endParaRPr lang="en-US" sz="3500" dirty="0"/>
          </a:p>
        </p:txBody>
      </p:sp>
      <p:sp>
        <p:nvSpPr>
          <p:cNvPr id="5" name="Text 3"/>
          <p:cNvSpPr/>
          <p:nvPr/>
        </p:nvSpPr>
        <p:spPr>
          <a:xfrm>
            <a:off x="713232" y="1508760"/>
            <a:ext cx="886968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 frontend runs on a different origin than the API, the browser may require CORS permission. It is not a database or Python error.</a:t>
            </a:r>
            <a:endParaRPr lang="en-US" sz="18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950976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 an API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13232" y="3383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D67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endpoint is behavior that can be tested without manual clicking.</a:t>
            </a:r>
            <a:endParaRPr lang="en-US" sz="1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41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TestClient: Request Without a Real Server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10789920" cy="452628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10497312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test_api.py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10460736" cy="3904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fastapi.testclient import TestClient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 = TestClient(app)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test_list_students():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response = client.get("/students")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response.status_code == 200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isinstance(response.json(), list)</a:t>
            </a:r>
            <a:endParaRPr lang="en-US" sz="11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Configuration and Logging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config.py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77824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os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DATABASE_URL = os.environ["DATABASE_URL"]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DEBUG = os.getenv("DEBUG") == "true"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2784" y="1444752"/>
            <a:ext cx="5230368" cy="4663440"/>
          </a:xfrm>
          <a:prstGeom prst="rect">
            <a:avLst/>
          </a:prstGeom>
          <a:solidFill>
            <a:srgbClr val="10151F"/>
          </a:solidFill>
          <a:ln w="12700">
            <a:solidFill>
              <a:srgbClr val="1C26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9088" y="1536192"/>
            <a:ext cx="493776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8A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logging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37376" y="1975104"/>
            <a:ext cx="4901184" cy="40416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logger.info("Created student %s", student.id)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8ED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logger.warning("External API timeout")</a:t>
            </a:r>
            <a:endParaRPr lang="en-US" sz="12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 vs. Production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50392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reload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debug mode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local server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visible errors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806440" y="1463040"/>
            <a:ext cx="4892040" cy="0"/>
          </a:xfrm>
          <a:prstGeom prst="line">
            <a:avLst/>
          </a:prstGeom>
          <a:noFill/>
          <a:ln w="12700">
            <a:solidFill>
              <a:srgbClr val="0B6B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06440" y="1664208"/>
            <a:ext cx="489204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943600" y="2148840"/>
            <a:ext cx="4709160" cy="3200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process manager or container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secrets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HTTPS/reverse proxy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logging and monitoring</a:t>
            </a:r>
            <a:endParaRPr lang="en-US" sz="15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Semester Came Together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13232" y="2606040"/>
            <a:ext cx="1236726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2770632"/>
            <a:ext cx="1090422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 Python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77974" y="2606040"/>
            <a:ext cx="1236726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51126" y="2770632"/>
            <a:ext cx="1090422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functions / dataclass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442716" y="2606040"/>
            <a:ext cx="1236726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15868" y="2770632"/>
            <a:ext cx="1090422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scripts / config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807458" y="2606040"/>
            <a:ext cx="1236726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80610" y="2770632"/>
            <a:ext cx="1090422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72200" y="2606040"/>
            <a:ext cx="1236726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45352" y="2770632"/>
            <a:ext cx="1090422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536942" y="2606040"/>
            <a:ext cx="1236726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10094" y="2770632"/>
            <a:ext cx="1090422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901684" y="2606040"/>
            <a:ext cx="1236726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74836" y="2770632"/>
            <a:ext cx="1090422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10266426" y="2606040"/>
            <a:ext cx="1236726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3C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339578" y="2770632"/>
            <a:ext cx="1090422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API</a:t>
            </a:r>
            <a:endParaRPr lang="en-US" sz="14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88752" y="6446520"/>
            <a:ext cx="868680" cy="1828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700" dirty="0">
                <a:solidFill>
                  <a:srgbClr val="868E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45 / 45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713232" y="347472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B6B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10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685800" y="5943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Demo: From an Empty File to an API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68680" y="1508760"/>
            <a:ext cx="9326880" cy="42062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FastAPI()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GET /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path parameter and Pydantic model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POST endpoint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/docs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118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short test with TestClient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 Backends in Python</dc:title>
  <dc:subject>Programovanie v Pythone</dc:subject>
  <dc:creator>TUKE FEI</dc:creator>
  <cp:lastModifiedBy>TUKE FEI</cp:lastModifiedBy>
  <cp:revision>1</cp:revision>
  <dcterms:created xsi:type="dcterms:W3CDTF">2026-09-15T15:10:15Z</dcterms:created>
  <dcterms:modified xsi:type="dcterms:W3CDTF">2026-09-15T15:10:15Z</dcterms:modified>
</cp:coreProperties>
</file>