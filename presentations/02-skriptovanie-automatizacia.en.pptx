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Scripting and Automation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as a tool for repeatable work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manual procedure into a safe script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with files and paths through pathlib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and create JSON, CSV and text reports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CLI, environment variables and subprocess responsibly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Repetition is a signal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procedure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 files need renaming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exceptions are easy to miss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procedure is hard to repeat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are written in code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can run a dry-run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create a report of the result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automation should do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is a small program with a clear input, process and output.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 input from a user or file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before changing anything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communicate success and failure clearly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should not run at full scale first?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will move hundreds of files. What check do you want before its first real run?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organize.py Downloads --dry-run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as a small program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Sensible boundaries without a large architecture.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Shape of a practical script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step has a named responsibility.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defines the entry point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parse_arguments()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organize(directory)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 definitions stay separate from the moment the script runs.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procedure or functions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to change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lines in sequence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path, rules and output together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steps are hard to verify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Readable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find_files()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destination_for()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organize() and main()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 and pathlib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path is not merely a string joined with slashes.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text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open("data.txt",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file.read()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print(content)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reliably closes a file even on an exception. Specify an encoding for text.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lines, not all at once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open("app.log",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print(line.strip())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logs and large files, you do not need to keep all content in memory.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is a path object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print(path.exists())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print(path.is_dir())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path / "reports" / "summary.txt"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/ operator composes a path independently of the platform.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properties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report.final.pdf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stem: report.final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suffix: 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parent: parent directory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 files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sorted(root.rglob("*.pdf")):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 searches one directory; rglob also traverses subdirectories.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does suffix return?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before running the code.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Path("report.final.pdf").suffix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Running example: Downloads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organizer shows a plan first, then moves files.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file to category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photo.jpg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.jpg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Downloads/images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rule is a separate function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"documents": {".pdf", ".txt", ".docx"},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"images": {".jpg", ".png"},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next((name for name, suffixes in CATEGORIES.items()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if path.suffix.lower() in suffixes), "other")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do not belong among move commands. They are easy to change or test.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 before change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directory / category / path.name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dry_run: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{path.name} -&gt; {target}")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target.parent.mkdir(exist_ok=True)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shutil.move(path, target)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changing data in bulk, printing the plan is part of safe design.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and text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standard library is enough for many practical formats.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in Python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carries structured data. Python loads it into its built-in types.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→ dict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array → list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boolean → bool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null → None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Loading JSON configuration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open("categories.json",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print(config["images"])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json.load works with a file. json.loads works with a string.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CSV: use named columns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open("results.csv", newline="",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reader = csv.DictReader(file)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row in reader: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print(row["name"], row["points"])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DictReader is clearer than indexes when CSV has a header.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method or regex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"ERROR" in line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line.startswith(date)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text.split() and strip()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for a pattern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email or date in text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possible formats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re.search, findall, sub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Regex: find a concrete pattern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 = re.search(r"\d{4}-\d{2}-\d{2}", line)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print(date.group())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regex when a simple split or in does not solve the problem cleanly.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environment and processes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should not assume your computer.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through argparse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argparse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path belongs in an argument, not in a hardcoded absolute string.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Configuration from the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RuntimeError("Missing API_KEY")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Passwords and API keys do not belong in source code or a commit.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external process through subprocess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 arguments as a list. shell=True is not a suitable shortcut for user input.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must know when to stop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may not exist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target may lack permission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may be invalid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an error only where you can provide a meaningful response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concrete error, a concrete reaction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path.read_text(encoding="utf-8")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print(f"Súbor neexistuje: {path}")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print(f"Bez oprávnenia: {path}")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only hides a problem. The script then has no trustworthy result.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is a repeatable procedure, not merely a few commands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Path, JSON and CSV give inputs structure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dry-run, validation and concrete exceptions protect data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and environment variables separate configuration from code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GUI and Event-Driven Programming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changes when a program waits not for the next line of code, but for the user?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Scripting and Automation</dc:title>
  <dc:subject>Programming in Python</dc:subject>
  <dc:creator>TUKE FEI</dc:creator>
  <cp:lastModifiedBy>TUKE FEI</cp:lastModifiedBy>
  <cp:revision>1</cp:revision>
  <dcterms:created xsi:type="dcterms:W3CDTF">2026-09-15T18:58:33Z</dcterms:created>
  <dcterms:modified xsi:type="dcterms:W3CDTF">2026-09-15T18:58:33Z</dcterms:modified>
</cp:coreProperties>
</file>