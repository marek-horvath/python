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Scripting and Automation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Script Automates a Repeatable Procedure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task has a clear input, rules and expected output, it does not have to remain manual work.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goal is not a large application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goal is a reliable small program that can be run again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Tasks for a Python Script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rename or sort many files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find specific file types in directories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process logs and text exports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read CSV or JSON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create a simple report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run an external program over multiple inputs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Procedure and Script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clicking and copying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easy to miss an exception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procedure is not recorded precisely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running it again means doing the work again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procedure is in code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same input follows the same steps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it can be run on a small sample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it can print what it did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Should You Avoid a Full Run First?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script is supposed to move or overwrite hundreds of files. What checks would you add before the first real run?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as a Small Program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a short script should have readable input, processing and output.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Forms of Work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Appropriate use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 / notebook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quickly checking one expression or idea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.py script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repeatable task with clear input and output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longer maintenance, multiple modules, stable interface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Script Shape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print("Starting script")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main() separates definitions from execution. The file can then also be imported.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Name the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files: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path.read_text()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"ERROR" in text: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print(path)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clearer separation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contains_error(path):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"ERROR" in path.read_text()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files: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contains_error(path):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print(path)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Script Has a Contract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where it takes input from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it changes on disk or in the system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it prints on success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how it reports errors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how it can be tried safely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and Text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practical minimum: reading, writing, lines, encoding and with.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 Text File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open("data.txt", encoding="utf-8") as file: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 = file.read()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print(content)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ensures that the file is closed even if an exception occurs while working with it.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a Text File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open("report.txt", "w", encoding="utf-8") as file: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file.write("Processed files: 12\n")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file.write("Errors: 0\n")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working with text, specify the encoding explicitly. The problem often appears only on another computer.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Large Texts Line by 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open("app.log", encoding="utf-8") as file: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line in file: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"ERROR" in 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print(line.strip())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Context Manager Controls Resource Lifetime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is used when something must be opened and reliably closed: a file, connection, lock or temporary resource.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file is not accidentally left open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scope of working with the resource is readable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better behavior when exceptions occur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`pathlib`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file path is not just an ordinary string.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`Path` Is a Path Object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Path("data")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print(type(path).__name__)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Existence and Type of an Object on Disk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Path("data")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print(path.exists())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print(path.is_file())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print(path.is_dir())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Parts Have Named Properties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Path("reports/report.final.pdf")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print(path.name)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print(path.stem)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print(path.suffix)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print(path.parent)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`suffix` Return?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first without running the code.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Path("report.final.pdf")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print(path.suffix)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print(path.stem)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Build Paths by Hand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fragile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directory = "data"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"report.txt"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directory + "/" + name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pathlib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Path("data") / "reports" / "report.txt"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Walking a Directory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directory = Path("data")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directory.iterdir():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print(path.name)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directory.glob("*.txt"):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directory.rglob("*.py"):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 searches in one directory, rglob searches recursively in subdirectories.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Operations on Text Files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read_text / write_text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= Path("notes.txt")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Path("output/notes-copy.txt")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= source.read_text(encoding="utf-8")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target.parent.mkdir(exist_ok=True)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target.write_text(text, encoding="utf-8")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Example: File Organizer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problem that shows both good and risky decisions.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and Target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Downloads before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Downloads/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report.pdf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photo.jpg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notes.txt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cv.pdf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screenshot.png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Downloads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Downloads/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documents/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report.pdf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cv.pdf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images/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photo.jpg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screenshot.png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text/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notes.txt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Find Files Only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downloads = Path("Downloads")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downloads.iterdir():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path.is_file():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print(path.name)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Choose a Destination by Suffix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category_for(suffix: str) -&gt; str: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suffix = suffix.lower()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suffix in {".pdf", ".docx"}: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"documents"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suffix in {".jpg", ".jpeg", ".png"}: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"images"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suffix == ".txt":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"text"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"other"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print(category_for(".PDF"))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decision logic is a separate function. It can be used even without moving files.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Create the Directory and Move the File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shutil.move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shutil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= Path("Downloads/report.pdf")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target_dir = source.parent / "documents"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target_dir / source.name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target_dir.mkdir(exist_ok=True)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shutil.move(source, target)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`shutil` for File Operations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copy() copies a file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copytree() copies a directory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move() moves or renames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make_archive() creates an archive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before a destructive change, use a small sample or dry-run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Dry-Run Pattern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dry-run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dry_run: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print(f"MOVE {source.name} -&gt; {target}")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shutil.move(source, target)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scripts that modify a lot of data, it is often useful to print the planned steps first.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Mini File Organizer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test directory, not the real Downloads folder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Path.iterdir() and suffix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 directory with /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dry-run before a real move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and CSV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 that often appear around scripts.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Types and Python Types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array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 or float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boolean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null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 vs. File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loads / dumps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json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= '{"name": "Anna", "points": 82}'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json.loads(raw)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print(json.dumps(data, ensure_ascii=False))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/ dump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json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open("config.json", encoding="utf-8") as file: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json.load(file)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open("config.json", "w", encoding="utf-8") as file: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json.dump(config, file, indent=2)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Difference?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json.load(file) and json.loads(text) do a similar thing, but the input is not the same.</a:t>
            </a:r>
            <a:endParaRPr lang="en-US" sz="1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CSV by Column Names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csv.DictReader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csv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io import StringIO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"name,course,points\nAnna,Python,92\nPeter,Python,67\n"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row in csv.DictReader(StringIO(data)):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print(row["name"], int(row["points"]))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Processing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simple string operations first; use regex when you need a pattern.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 Methods Are the First Tool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= "  ERROR: Cannot open data.csv  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 = line.strip()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print(clean.lower())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print(clean.startswith("ERROR"))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print(clean.endswith(".csv"))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print("open" in clean)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We Need Regex?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line has a stable shape: date, level, message.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= "2026-09-21 ERROR Cannot open file"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date, level, message = line.split(" ", 2)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print(level)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print(message)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Regex for Text Patterns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= "Kontakt: anna@example.com, peter.h@fei.tuke.sk"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print(re.search(r"[\w.]+@[\w.]+", text))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print(re.findall(r"[\w.]+@[\w.]+", text))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print(re.sub(r"[\w.]+@[\w.]+", "&lt;email&gt;", text))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CLI, Environment and External Processes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script should not be tied to one hardcoded computer.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Problem?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script works only if the user has the same computer and the same path.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hardcoded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directory = "C:/Users/Marek/Downloads"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print(directory)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Arguments and Environment Variables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argparse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argparse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= argparse.ArgumentParser()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parser.add_argument("directory")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parser.add_argument("--dry-run", action="store_true")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 = parser.parse_args(["Downloads", "--dry-run"])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os.getenv("API_KEY")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print(args.directory, args.dry_run, api_key)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Process with `subprocess`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subprocess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["git", "status"],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capture_output=True,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text=True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print(result.returncode)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print(result.stdout)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print(result.stderr)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Distinguish stdout, stderr and return code. When user input is involved, avoid shell=True.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Script That Can Be Repeated Safely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directory = "C:/Users/Marek/Downloads"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file in files: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move_file(file)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 = parse_args()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load_config(args.config)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organize_files(args.directory, config, args.dry_run)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Scripting and Automation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