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Scripting and Automation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repeated procedure becomes a careful program.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directory, a clear goal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podklady/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jpg/FOTO.JPG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pdf/report.pdf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txt/poznamky.txt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bez_pripony/README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podklady/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organiser processes only immediate files in subory/. It leaves the existing podklady/ directory unchanged.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entry requires a decision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moving anything, we name the rules the program will apply.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a file or a directory?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its suffix?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the destination?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the disk change now?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procedure versus a script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Manually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inspect every file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create each target directory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overlook a collision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 applies to every input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shows a plan first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skips an unsafe target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smallest runnable script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print("Skript sa spustil")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project&gt; python organizuj.py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Skript sa spustil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Python interpreter runs a .py file from the current working directory.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and data are different things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project/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organizuj.py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subory/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function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terminal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relative path is read from the current location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 subory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Path("subory") znamená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projekt/subory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directory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 is not an absolute path. Its meaning is determined by the current working directory.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command fails from another location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ine-miesto&gt; python ..\projekt\organizuj.py subory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directory does not exist: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 now means ine-miesto/subory. The script must therefore validate its input.</a:t>
            </a:r>
            <a:endParaRPr lang="en-US" sz="1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is an object that describes a path and operations on it.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joining strings, we use pathlib.Path.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 path parts with the / operator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priecinok = Path("subory")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cielovy_priecinok = priecinok / "jpg"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 = cielovy_priecinok / "FOTO.JPG"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/ operator joins path parts appropriately for the current operating system.</a:t>
            </a:r>
            <a:endParaRPr lang="en-US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Name, stem and suffix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cesta = Path("subory/report.final.pdf")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print(cesta.name)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print(cesta.stem)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print(cesta.suffix)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report.final.pdf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report.final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.pdf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 includes the leading dot; stem removes only the final suffix.</a:t>
            </a:r>
            <a:endParaRPr lang="en-US" sz="1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the input really a directory?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priecinok = Path("subory")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priecinok.is_dir():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print("Môžeme prejsť obsah priečinka")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can inspect the directory contents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is_dir() checks the current filesystem state, not merely the name's form.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iterdir() returns all immediate entries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cesta in priecinok.iterdir():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print(cesta.name)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poznamky.txt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podklady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 is not guaranteed. This script deliberately does not traverse subdirectories.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file and a directory are not the same input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FOTO.JPG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cesta.is_file() → True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choose a destination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move it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podklady/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cesta.is_file() → False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outside the rule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remains unchanged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Skip directories immediately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cesta in priecinok.iterdir():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cesta.is_file():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print(cesta.name)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poznamky.txt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ends only the current iteration. Code below it runs only for files.</a:t>
            </a:r>
            <a:endParaRPr lang="en-US" sz="1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continue does exactly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ITERATION: podklady/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cesta.is_file():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print(cesta.name)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sa nevykoná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ITERATION: README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cesta.is_file():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print(cesta.name)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README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does not end the loop; the loop immediately proceeds with the next entry.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suffix may be missing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nazov in ["FOTO.JPG", "README"]: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cesta = Path(nazov)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print(nazov, "-&gt;", repr(cesta.suffix))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 -&gt; '.JPG'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-&gt; ''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empty string is a valid result: README has no suffix.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Normalise the suffix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pripona = cesta.suffix.lower().lstrip(".")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FOTO.JPG -&gt; jpg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report.pdf -&gt; pdf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lower() unifies letter case and lstrip('.') removes the leading dot.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 category for a missing suffix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pripona = cesta.suffix.lower().lstrip(".")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kategoria = pripona or "bez_pripony"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print(kategoria)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-&gt; bez_pripony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uses the right value only when the normalised suffix is empty.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destination directory follows from the category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cielovy_priecinok = priecinok / kategoria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Path("subory") / "jpg"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category is not hard-coded for each file; it is derived from its name.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destination keeps the original name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 = cielovy_priecinok / cesta.name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print(ciel)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entire file moves into its category, so the target uses name, not stem.</a:t>
            </a:r>
            <a:endParaRPr lang="en-US" sz="1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coherent program: plan only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priecinok = Path("subory")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cesta in priecinok.iterdir():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cesta.is_file():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pripona = cesta.suffix.lower().lstrip(".")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kategoria = pripona or "bez_pripony"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ciel = priecinok / kategoria / cesta.name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print(f"PLAN: {cesta.name} -&gt; {ciel}")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program does not yet create directories or move anything. It only shows the decision for each file.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dry run changes only the terminal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OUTPUT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FOTO.JPG -&gt; subory/jpg/FOTO.JPG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report.pdf -&gt; subory/pdf/report.pdf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poznamky.txt -&gt; subory/txt/poznamky.txt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README -&gt; subory/bez_pripony/README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ON DISK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podklady/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printed plan is a checkpoint: rules can be verified before they change data.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for further suffixes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directories will receive ARCHIV.ZIP and data.csv?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nazov in ["ARCHIV.ZIP", "data.csv"]: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cesta = Path(nazov)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print(cesta.suffix.lower().lstrip("."))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your answer first. Then run the code.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solve a collision by overwriting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subory/report.pdf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subory/pdf/report.pdf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already exists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overwrite nothing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SKIPPED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with the next file</a:t>
            </a:r>
            <a:endParaRPr lang="en-US" sz="16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a collision before changing anything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ciel.exists():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print(f"PRESKOCENE: {cesta.name} (cieľ už existuje)")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SKIPPED: report.pdf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(target already exists)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exists() checks the exact target. continue ensures no directory is created and no move starts.</a:t>
            </a:r>
            <a:endParaRPr lang="en-US" sz="1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the destination directory only during execution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cielovy_priecinok.mkdir(exist_ok=True)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subory/jpg/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created if it did not exist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exist_ok=True tolerates an existing directory. It does not permit overwriting a file.</a:t>
            </a:r>
            <a:endParaRPr lang="en-US" sz="1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Path.rename() performs the move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cesta.rename(ciel)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print(f"PRESUNUTE: {cesta.name} -&gt; {kategoria}/{cesta.name}")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MOVED: FOTO.JPG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rename() changes disk state. We call it only after all checks and only during execution.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 order is a safety rule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directories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flag separates planning from execution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vykonat = False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vykonat: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cielovy_priecinok.mkdir(exist_ok=True)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cesta.rename(ciel)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print(f"PRESUNUTE: {cesta.name}")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print(f"PLAN: {cesta.name} -&gt; {ciel}")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vykonat = False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FOTO.JPG -&gt; subory/jpg/FOTO.JPG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an explicit decision, the script only announces intent. That is the safe default.</a:t>
            </a:r>
            <a:endParaRPr lang="en-US" sz="17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runs, different effects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vykonat=False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PLAN: FOTO.JPG -&gt; jpg/FOTO.JPG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FOTO.JPG stays in subory/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is created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vykonat=True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MOVED: FOTO.JPG -&gt; jpg/FOTO.JPG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subory/jpg/ is created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changes location</a:t>
            </a:r>
            <a:endParaRPr lang="en-US" sz="16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missing input stops the program clearly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priecinok.is_dir():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print(f"CHYBA: priečinok neexistuje: {priecinok}")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directory does not exist: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neexistuje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ends the function before we try to call iterdir() on an invalid path.</a:t>
            </a:r>
            <a:endParaRPr lang="en-US" sz="17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Deliberate boundaries of this script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program need not solve every possible situation. It must state its scope truthfully.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immediate files only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enter podklady/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overwrite an existing target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roll back partially completed moves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function names its input and safe default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organizuj(priecinok: Path, vykonat: bool = False) -&gt; None: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organizuj(Path("subory"))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 only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priecinok parameter makes input explicit. The False default protects the first call.</a:t>
            </a:r>
            <a:endParaRPr lang="en-US" sz="17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program, part 1: validation and plan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organizuj(priecinok: Path, vykonat: bool = False) -&gt; None: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priecinok.is_dir():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print(f"CHYBA: priečinok neexistuje: {priecinok}")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cesta in priecinok.iterdir():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cesta.is_file():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pripona = cesta.suffix.lower().lstrip(".")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kategoria = pripona or "bez_pripony"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cielovy_priecinok = priecinok / kategoria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ciel = cielovy_priecinok / cesta.name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part only selects entries, derives a category and computes the exact target. The disk remains unchanged.</a:t>
            </a:r>
            <a:endParaRPr lang="en-US" sz="15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program, part 2: collision and execution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ciel.exists():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print(f"PRESKOCENE: {cesta.name} (cieľ už existuje)")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vykonat: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cielovy_priecinok.mkdir(exist_ok=True)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cesta.rename(ciel)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print(f"PRESUNUTE: {cesta.name} -&gt; {kategoria}/{cesta.name}")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print(f"PLAN: {cesta.name} -&gt; {kategoria}/{cesta.name}")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checking collisions, the code divides into two branches. Only one calls operations that change the disk.</a:t>
            </a:r>
            <a:endParaRPr lang="en-US" sz="15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Path("subory") does not belong hard-coded inside the function.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function should receive its path from the caller. This lets us use it for different directories and test data.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argparse creates a small script interface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= argparse.ArgumentParser(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description="Triedi súbory podľa prípony."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parser.add_argument("priecinok")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parser.add_argument("--vykonat", action="store_true")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parser.parse_args()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organizuj(Path(args.priecinok), vykonat=args.vykonat)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required argument chooses the data. The store_true flag is False without the flag and True when the user provides it.</a:t>
            </a:r>
            <a:endParaRPr lang="en-US" sz="15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command chooses the mode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plan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organizuj.py subory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prints PLAN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change disk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execution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organizuj.py subory --vykonat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prints MOVED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only safe entries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missing or invalid argument gets a clear answer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usage: organizuj.py [-h] [--vykonat] priecinok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organizuj.py: error: the following arguments are required: priecinok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 neexistuje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directory does not exist: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neexistuje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argparse handles a missing required argument. The function handles a supplied path that does not exist.</a:t>
            </a:r>
            <a:endParaRPr lang="en-US" sz="17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prediction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subory/ contains FOTO.JPG, README, the archiv/ directory, and an existing jpg/FOTO.JPG. What exactly does the dry run print?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pravidlá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súbor? → kategória → cieľ existuje? → PLAN alebo PRESKOCENE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archiv/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jpg/FOTO.JPG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your answer first. Then run the code.</a:t>
            </a:r>
            <a:endParaRPr lang="en-US" sz="1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input to a safe result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CLI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iterdir()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or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Scripting and Automation</dc:title>
  <dc:subject>Programming in Python</dc:subject>
  <dc:creator>TUKE FEI</dc:creator>
  <cp:lastModifiedBy>TUKE FEI</cp:lastModifiedBy>
  <cp:revision>1</cp:revision>
  <dcterms:created xsi:type="dcterms:W3CDTF">2026-09-26T07:58:52Z</dcterms:created>
  <dcterms:modified xsi:type="dcterms:W3CDTF">2026-09-26T07:58:52Z</dcterms:modified>
</cp:coreProperties>
</file>