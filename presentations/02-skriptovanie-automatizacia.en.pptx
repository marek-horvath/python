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Scripting and Automation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repetitive manual work to a safe script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we repeat the same rule a hundred times, the rule belongs in a program.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 example: a Downloads directory with documents, images and unknown files.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directory organiser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files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category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change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only then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has clear input and output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read_arguments()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plan = build_plan(directory)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show_plan(plan)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apply_plan(plan)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coordinates steps. Individual functions can be read, tested and changed independently.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path to a file is not merely a string.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combines a name, suffix, parent directory and filesystem operations.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pathlib describes the filesystem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/ operator joins path parts independently of platform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exists(), is_file() and is_dir() check state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name, stem and suffix separate file identity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 = Path.home() / "Downloads"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"report.final.pdf"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print(report.name)    # report.final.pdf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print(report.stem)    # report.final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print(report.suffix)  # .pdf</a:t>
            </a:r>
            <a:endParaRPr lang="en-US" sz="1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First, inspect the input only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files_in(directory: Path) -&gt; list[Path]: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sorted(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 for path in directory.rglob("*")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path.is_file()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files_in(downloads):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print(path.name, path.suffix.lower())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rglob() also traverses subdirectories. For large trees, know the scope your script actually processes.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category is a separate rule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suffix = path.suffix.lower()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{".pdf", ".docx"}: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"documents"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{".jpg", ".png"}: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"images"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"other"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keep the rule small and readable. The next step shows why it should not remain hardcoded.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and execution are two different phases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nothing on disk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shows every MOVE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checked safely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the destination directory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 file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must react to an error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dry-run protects a bulk change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move_file(source: Path, target: Path, dry_run: bool)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{source.name} -&gt; {target}")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dry_run: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target.parent.mkdir(parents=True, exist_ok=True)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announces intent first. Only a flag decides whether an operation runs.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change more often than the algorithm.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therefore move categories from source code into a JSON configuration.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 outside source code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categories.json / 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"documents": [".pdf", ".docx", ".txt"],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"images": [".jpg", ".jpeg", ".png"]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Path("categories.json").open(encoding="utf-8") as file: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is suitable for data exchange and configuration. Python reads it as dict and list, not as domain logic of its own.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text files with an encoding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closes a file even on an exception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encoding='utf-8' is an explicit agreement about text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by lines also handles a larger file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Path("events.log").open(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 = line.strip()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print(line)</a:t>
            </a:r>
            <a:endParaRPr lang="en-US" sz="15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CSV report completes the organisation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Path("report.csv").open(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"w", newline="", encoding="utf-8"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csv.writer(file)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writer.writerow(["category", "count"])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writer.writerows(counts.items())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is suitable for a simple report that a spreadsheet editor can open. We do not need pandas here yet.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methods before regex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text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strip, split, lower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startswith, endswith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'ERROR' in line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text pattern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unknown number of digits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date or identifier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 / re.findall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only where a pattern matters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= re.search(r"^(\d{4}-\d{2}-\d{2})", line)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match: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print(match.group(1))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extracts a date with fixed structure. Detecting ERROR itself would be simpler with in.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script must not assume your computer.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hardcoded path becomes a command-line argument.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argparse creates a small script interface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parser.add_argument("directory", type=Path)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parser.add_argument("--config", type=Path, required=True)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organize(args.directory, args.config, dry_run=args.dry_run)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organize.py Downloads --config categories.json --dry-run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positional argument names input. A flag changes behaviour without creating another script.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environment belongs outside the repository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paths, tokens and passwords are not application logic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os.getenv returns a value or None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.env.example belongs in Git, not a secret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archive_root = os.getenv("ARCHIVE_ROOT")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archive_root: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"ARCHIVE_ROOT is not configured"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subprocess calls an external tool safely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"status", "--short"],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check=False,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result.stdout, result.stderr)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argument list preserves boundaries between values. Do not put user input into a shell=True command.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file only after the decision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"Processed: 12 files\nImages: 4\n"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"organizer-report.txt"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report.write_text(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print(f"Report: {report}")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read_text() and write_text() suit smaller text. For larger data, stream through open().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if the destination already exists?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 the organiser overwrite photo.jpg, skip it, or create a new name?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Downloads/images/photo.jpg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cieľ už existuje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shutil.move(source, target)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configuration error must be visible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missing file is not an empty configuration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malformed JSON is not a reason to continue with arbitrary rules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error message should identify the source of the problem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json.loads(config_path.read_text())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RuntimeError("Configuration file is missing")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json.JSONDecodeError as error: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f"Invalid JSON: {error.msg}"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from error</a:t>
            </a:r>
            <a:endParaRPr lang="en-US" sz="15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 a collision explicitly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target.exists():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print(f"SKIP {source.name}: target exists")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print(f"CANNOT MOVE {source.name}: {error}")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safe script does not silently overwrite anything. Every operation not performed must be understandable in output.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resulting script has separate responsibilities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parse_arguments()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load_categories()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files_in()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category_for()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build_plan()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move_file()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write_report()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 koordinuje; jednotlivé funkcie riešia jednu vec.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script does not need enterprise architecture. It needs clear inputs, rules, safe execution and understandable output.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Scripting and Automation</dc:title>
  <dc:subject>Programming in Python</dc:subject>
  <dc:creator>TUKE FEI</dc:creator>
  <cp:lastModifiedBy>TUKE FEI</cp:lastModifiedBy>
  <cp:revision>1</cp:revision>
  <dcterms:created xsi:type="dcterms:W3CDTF">2026-09-15T21:05:56Z</dcterms:created>
  <dcterms:modified xsi:type="dcterms:W3CDTF">2026-09-15T21:05:56Z</dcterms:modified>
</cp:coreProperties>
</file>