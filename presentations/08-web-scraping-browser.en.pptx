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and Browser Automation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Web Page and Browser Are Not the Same Thing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4892040" cy="0"/>
          </a:xfrm>
          <a:prstGeom prst="line">
            <a:avLst/>
          </a:prstGeom>
          <a:noFill/>
          <a:ln w="12700">
            <a:solidFill>
              <a:srgbClr val="0B6B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642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1488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for programs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JSON or another format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documented endpoints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stable contract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06440" y="1463040"/>
            <a:ext cx="4892040" cy="0"/>
          </a:xfrm>
          <a:prstGeom prst="line">
            <a:avLst/>
          </a:prstGeom>
          <a:noFill/>
          <a:ln w="12700">
            <a:solidFill>
              <a:srgbClr val="0B6B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6642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page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0" y="21488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 for the user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 for the browser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layout can change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may not be directly in HTML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Data?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displays a value, but we do not know a public API. Is the value directly in HTML, or did the page load it later with an additional request?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in Four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2606040"/>
            <a:ext cx="26014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770632"/>
            <a:ext cx="24551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HTML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42716" y="2606040"/>
            <a:ext cx="26014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5868" y="2770632"/>
            <a:ext cx="24551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document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606040"/>
            <a:ext cx="26014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2770632"/>
            <a:ext cx="24551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01684" y="2606040"/>
            <a:ext cx="26014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74836" y="2770632"/>
            <a:ext cx="24551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structured output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Minimum for a Scraper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66751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63825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63459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 class="product"&gt;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&lt;h2&gt;Keyboard&lt;/h2&gt;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class="price"&gt;49.90 EUR&lt;/span&gt;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&lt;/article&gt;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26680" y="158191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to understand tags, attributes, classes and nested elements.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Is the Document Tree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div.product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span.price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Page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HTML contains the data, we do not need to run a browser.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Downloading HTML with HTTPX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httpx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httpx.get(url, timeout=10.0)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response.raise_for_status()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= response.text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Downloading a Page Can Fail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invalid URL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timeout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404 or 500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redirection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blocking or rate limit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an HTML string into a tree that can be searched.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String -&gt; Object Tree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bs4 import BeautifulSoup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soup = BeautifulSoup(html, "html.parser")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= soup.find("h1")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`find` and `find_all`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first_heading = soup.find("h1")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articles = soup.find_all("article")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article in articles: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print(article.get_text(strip=True))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Selectors Are Practical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selectors.py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= soup.select(".product")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soup.select_one(".product .price")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= soup.select_one("#main")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external_links = soup.select('a[href^="https://"]')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Selector Robust?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&gt; div:nth-child(4) &gt; div &gt; article:nth-child(2) &gt; span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and Attributes Are Different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5230368" cy="466344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4901184" cy="4041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element.get_text(strip=True)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2784" y="1444752"/>
            <a:ext cx="5230368" cy="466344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5361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37376" y="1975104"/>
            <a:ext cx="4901184" cy="4041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 = link.get("href")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image_url = image.get("src")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Example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catalog: name, price, rating and link.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as HTML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 class="product"&gt;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 class="name"&gt;Keyboard&lt;/h2&gt;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class="price"&gt;49.90 EUR&lt;/span&gt;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class="rating"&gt;4.7&lt;/span&gt;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href="/products/42"&gt;Detail&lt;/a&gt;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&lt;/article&gt;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Scraper Should Produce Structured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dataclass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float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rating: float | None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url: str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One Product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parse_one.py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article.select_one(".name").get_text(strip=True)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price_text = article.select_one(".price").get_text(strip=True)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float(price_text.replace("EUR", "").strip())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= article.select_one("a")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urljoin(base_url, link.get("href", ""))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 as a Separate Function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parse_products(html: str, base_url: str) -&gt; list[Product]: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soup = BeautifulSoup(html, "html.parser")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products = []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article in soup.select(".product"):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products.append(parse_product(article, base_url))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products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and Parsing Are Different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4892040" cy="0"/>
          </a:xfrm>
          <a:prstGeom prst="line">
            <a:avLst/>
          </a:prstGeom>
          <a:noFill/>
          <a:ln w="12700">
            <a:solidFill>
              <a:srgbClr val="0B6B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642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1488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request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parse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print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everything in one function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06440" y="1463040"/>
            <a:ext cx="4892040" cy="0"/>
          </a:xfrm>
          <a:prstGeom prst="line">
            <a:avLst/>
          </a:prstGeom>
          <a:noFill/>
          <a:ln w="12700">
            <a:solidFill>
              <a:srgbClr val="0B6B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6642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0" y="21488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fetch_page(url) -&gt; str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parse_products(html) -&gt; list[Product]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save_products(products)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parser does not need the internet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URLs Must Be Completed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urljoin.py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urllib.parse import urljoin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 = "https://example.com/catalog/"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 = "/products/42"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absolute_url = urljoin(base_url, href)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print(absolute_url)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 Means Multiple Pages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2606040"/>
            <a:ext cx="2055571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770632"/>
            <a:ext cx="1909267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page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96819" y="2606040"/>
            <a:ext cx="2055571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9971" y="2770632"/>
            <a:ext cx="1909267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80406" y="2606040"/>
            <a:ext cx="2055571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53558" y="2770632"/>
            <a:ext cx="1909267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next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3994" y="2606040"/>
            <a:ext cx="2055571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7146" y="2770632"/>
            <a:ext cx="1909267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447581" y="2606040"/>
            <a:ext cx="2055571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0733" y="2770632"/>
            <a:ext cx="1909267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condition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Link Controls the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next_link = soup.select_one("a.next")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next_link is None: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next_url = None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next_url = urljoin(current_url, next_link.get("href", ""))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Pages Require Deduplication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seen_urls: set[str] = set()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"https://example.com/products/42"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url not in seen_urls: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seen_urls.add(url)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print("new product")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a Known Format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open("products.csv", "w", encoding="utf-8", newline="") as file: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 = csv.DictWriter(file, fieldnames=["name", "price", "url"])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writer.writeheader()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writer.writerows(product_rows)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Data Is Not in the HTML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may add content only after JavaScript runs.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`httpx.get()` Not See the Data?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exists in the browser, but not in the downloaded HTML. What probably happened after the page loaded?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Server-Rendered Page vs. JavaScript Application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4892040" cy="0"/>
          </a:xfrm>
          <a:prstGeom prst="line">
            <a:avLst/>
          </a:prstGeom>
          <a:noFill/>
          <a:ln w="12700">
            <a:solidFill>
              <a:srgbClr val="0B6B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642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already contains 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1488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HTTPX + BeautifulSoup is enough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simpler testing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fewer resources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06440" y="1463040"/>
            <a:ext cx="4892040" cy="0"/>
          </a:xfrm>
          <a:prstGeom prst="line">
            <a:avLst/>
          </a:prstGeom>
          <a:noFill/>
          <a:ln w="12700">
            <a:solidFill>
              <a:srgbClr val="0B6B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6642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is only a shell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0" y="21488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JavaScript loads data later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 changes in the browser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 the internal API or use a browser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Network Before Browser Automation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DevTools -&gt; Network -&gt; Fetch/XHR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the page calls an internal API, calling that API is often better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 the browser only when a simpler request is not enough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browser for dynamic pages and interactions.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Playwright Script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playwright.sync_api import sync_playwright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sync_playwright() as p: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browser = p.chromium.launch()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 = browser.new_page()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page.goto("https://example.com")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print(page.title())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browser.close()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Locators Find Elements in the Browser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locators.py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page.get_by_role("button", name="Search")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page.get_by_text("Add to cart")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page.locator(".product .price")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Interacting with a 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page.get_by_label("Search").fill("Python")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page.get_by_role("button", name="Search").click()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page.locator(".result")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Problem?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time.sleep(10) after every click in a browser automation script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Wait for a Random Time; Wait for State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Playwright handles much waiting automatically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needed, wait for a concrete locator or URL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goal is to remove random sleeps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Extracting Data from the DOM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page.locator(".product .price")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price in prices.all_text_contents():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print(price.strip())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 or Playwright?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4892040" cy="0"/>
          </a:xfrm>
          <a:prstGeom prst="line">
            <a:avLst/>
          </a:prstGeom>
          <a:noFill/>
          <a:ln w="12700">
            <a:solidFill>
              <a:srgbClr val="0B6B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642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HTTPX + BeautifulSoup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1488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 contains the data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fewer resources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simpler testing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06440" y="1463040"/>
            <a:ext cx="4892040" cy="0"/>
          </a:xfrm>
          <a:prstGeom prst="line">
            <a:avLst/>
          </a:prstGeom>
          <a:noFill/>
          <a:ln w="12700">
            <a:solidFill>
              <a:srgbClr val="0B6B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6642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0" y="21488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JavaScript updates the DOM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clicks and forms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browser state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pages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Use?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page has a table directly in HTML, without login and without JavaScript requests. BeautifulSoup or Playwright?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Must Be Responsible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 look for an official API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respect terms of service and robots.txt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 not overload a server with unnecessary requests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cache data if it does not change often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 not process sensitive data without a clear reason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Request Throttling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url in urls: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= fetch_page(url)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process(html)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time.sleep(1.0)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Parser Without the Internet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test_parser.py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test_parse_products():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= """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 class="product"&gt;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&lt;h2 class="name"&gt;Keyboard&lt;/h2&gt;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&lt;span class="price"&gt;49.90 EUR&lt;/span&gt;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products = parse_products(html, "https://example.com")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products[0].name == "Keyboard"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Scraper Is More Fragile Than an API Client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3232" y="15087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is primarily designed for a browser and a user. If a class name or page structure changes, the parser may break even when the page meaning has not changed.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HTML -&gt; Structured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HTTPX request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BeautifulSoup parser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CSS selector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 extraction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dataclass Product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time remains: a short Playwright click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 API is better than scraping when it exists and fits the task.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HTML can be processed with HTTPX and BeautifulSoup.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pages may require Playwright.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 download, parsing and export separated.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 topic: secure programming in Python.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Scraping and Browser Automation</dc:title>
  <dc:subject>Programovanie v Pythone</dc:subject>
  <dc:creator>TUKE FEI</dc:creator>
  <cp:lastModifiedBy>TUKE FEI</cp:lastModifiedBy>
  <cp:revision>1</cp:revision>
  <dcterms:created xsi:type="dcterms:W3CDTF">2026-09-15T15:10:15Z</dcterms:created>
  <dcterms:modified xsi:type="dcterms:W3CDTF">2026-09-15T15:10:15Z</dcterms:modified>
</cp:coreProperties>
</file>