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Scraping and Browser Automation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the data on the web?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browser is not proof that the data is in HTML.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site may have an official API, static HTML, or a JavaScript application that loads data after opening.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 before writing a scraper</a:t>
            </a:r>
            <a:endParaRPr lang="en-US" sz="2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If yes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If no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there an API?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an API client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inspect the HTML response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 data in HTML?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HTTPX + BeautifulSoup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inspect DevTools Network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the browser call a data endpoint?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consider a direct request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 for interactions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yes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no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 response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data is already in the server response, no browser is needed.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 minimum for parsing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&lt;article class="product"&gt;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class="product__link" href="/products/42"&gt;Keyboard&lt;/a&gt;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class="price"&gt;39.90 €&lt;/span&gt;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class="rating" data-score="4.6"&gt;★★★★☆&lt;/span&gt;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&lt;/article&gt;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scraper needs structure: elements, classes, text and attributes. It does not need to understand the whole CSS layout.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Downloading HTML through HTTPX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"https://example.com/products",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timeout=10.0,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headers={"User-Agent": "python-course-scraper/1.0"},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= response.text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Scraping also starts with an HTTP client. Status and timeout are handled as with APIs.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BeautifulSoup creates a tree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bs4 import BeautifulSoup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soup = BeautifulSoup(html, "html.parser")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item in soup.select("article.product"):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= item.select_one(".product__link").get_text(strip=True)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print(title)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CSS selector should be specific enough, but not dependent on an accidental position in the layout.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and attributes are different data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visible element content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get_text(strip=True)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name or price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include whitespace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in the HTML tag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element["href"]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link, data-score, alt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be missing</a:t>
            </a:r>
            <a:endParaRPr lang="en-US" sz="1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parser must expect messiness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is output for people and browsers, not a stable data API.</a:t>
            </a:r>
            <a:endParaRPr lang="en-US" sz="1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Parsing one product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urllib.parse import urljoin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Product: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price: float | None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url: str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"https://example.com"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resulting data first. The parser should not return random tuples or raw elements.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missing element is not exceptional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parse_product(item) -&gt; Product | None: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link = item.select_one(".product__link")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link is None or not link.get_text(strip=True):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price_node = item.select_one(".price")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parse_price(price_node.get_text(strip=True)) if price_node else None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Product(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title=link.get_text(strip=True),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price=price,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url=urljoin(base_url, link.get("href", "")),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parser function can say: this item is not usable. Later this can be logged or tested.</a:t>
            </a:r>
            <a:endParaRPr lang="en-US" sz="15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Pagination through a next link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"https://example.com/products"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url: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fetch_html(url)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soup.select("article.product"):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product = parse_product(item)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product: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save(product)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next_link = soup.select_one("a.next")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 = urljoin(url, next_link["href"]) if next_link else None</a:t>
            </a:r>
            <a:endParaRPr lang="en-US" sz="138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should have its source of truth in HTML or documentation. Do not invent a URL pattern without checking.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Export is a separate step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asdict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open("products.csv", "w", newline="", encoding="utf-8") as file: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csv.DictWriter(file, fieldnames=["title", "price", "url"])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writer.writeheader()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writer.writerows(asdict(product) for product in products)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download, parsing and export separate. Each step can then be tested differently.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application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HTML does not contain the data, first find where the browser got it from.</a:t>
            </a:r>
            <a:endParaRPr lang="en-US" sz="1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does httpx.get() not see the data?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exists in the browser. The HTML response only contains an empty &lt;div id="app"&gt;. What probably happened?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HTML -&gt; browser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runs JavaScript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calls API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 changes after load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 Network before Playwright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automation is heavier and more fragile than a direct request. Look for the data endpoint first.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-&gt; Fetch/XHR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request URL, method and headers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preview/response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usage rules and limits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Playwright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a real browser, interactions and state waiting are needed.</a:t>
            </a:r>
            <a:endParaRPr lang="en-US" sz="19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first Playwright script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playwright.sync_api import sync_playwright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sync_playwright() as p: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 = p.chromium.launch(headless=True)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browser.new_page()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page.goto("https://example.com/search")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print(page.title())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browser.close()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controls a real browser. Use it when the HTTP response alone is not enough.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Locator instead of a fragile selector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page.get_by_label("Search").fill("python")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page.get_by_role("button", name="Search").click()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page.locator("article.product")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expect(results.first()).to_be_visible()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locator describes an element by user-facing text or role. It often survives small DOM changes better than a long CSS selector.</a:t>
            </a:r>
            <a:endParaRPr lang="en-US" sz="17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time.sleep() is not a waiting strategy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a fixed time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slows down fast cases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on slow loads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not verify page state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auto-wait / expect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for a concrete element or state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with a clearer cause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describes the expectation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for tests and scraping</a:t>
            </a:r>
            <a:endParaRPr lang="en-US" sz="16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Extraction after interaction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 = page.locator("article.product")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[]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 in range(cards.count()):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card = cards.nth(index)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products.append({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"title": card.locator(".product__link").inner_text(),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"url": card.locator("a").get_attribute("href"),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with Playwright, end with structured data, not random prints from the DOM.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vs BeautifulSoup vs Playwright</a:t>
            </a:r>
            <a:endParaRPr lang="en-US" sz="2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when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Risk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API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documented data endpoint exists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limits, authentication, versioning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BeautifulSoup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is in the HTML response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markup changes break parser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interaction or JS rendering is needed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slower, more fragile, heavier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the parser without the internet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test_parse_product_handles_missing_price():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"""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&lt;article class="product"&gt;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&lt;a class="product__link" href="/p/1"&gt;Keyboard&lt;/a&gt;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&lt;/article&gt;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= parse_product(soup.select_one(".product"))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product.price is None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parser test does not need a live website. A small HTML fragment can represent expected and edge cases.</a:t>
            </a:r>
            <a:endParaRPr lang="en-US" sz="1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Requests need a limit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scraper must not be an infinite loop that burdens another service or ignores its rules.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for an official API and usage rules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 timeout and maximum page count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reasonable pause between requests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cache or a saved HTML snapshot reduces repeated calls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scraper is a contract with a page that was not written for you.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why we look for an API first, then HTML data, then browser automation, while respecting service rules and reasonable request rates.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and Browser Automation</dc:title>
  <dc:subject>Programming in Python</dc:subject>
  <dc:creator>TUKE FEI</dc:creator>
  <cp:lastModifiedBy>TUKE FEI</cp:lastModifiedBy>
  <cp:revision>1</cp:revision>
  <dcterms:created xsi:type="dcterms:W3CDTF">2026-09-15T21:51:35Z</dcterms:created>
  <dcterms:modified xsi:type="dcterms:W3CDTF">2026-09-15T21:51:35Z</dcterms:modified>
</cp:coreProperties>
</file>