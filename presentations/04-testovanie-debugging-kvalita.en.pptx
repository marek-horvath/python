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106070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Testing, Debugging and Code Quality</a:t>
            </a:r>
            <a:endParaRPr lang="en-US" sz="3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“It Works on My Machine” Is Weak Evidence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a program manually is useful, but it is not reproducible and often misses edge cases.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 bug may appear with a different input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 change in a helper function can break both a GUI and a script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without a test, we cannot quickly check whether a bug has returned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Practical Workflow When a Bug Appears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532888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06040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reproduction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52544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25696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72200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45352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debugging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91856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65008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811512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84664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regression test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Checking and Automated Test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50392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fast for the first check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depends on attention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hard to repeat exactly the same way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often skips edge cases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806440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06440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test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0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same procedure on every run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can be run after every change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documents expected behavior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catches regressions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One Example Enough?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ran the function with value 100 and the result looks correct. What do we still not know?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Test as a Behavior Specification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Concrete input, expected result and a check for the difference.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 Under Test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discount.py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calculate_discount(price: float, discount: float) -&gt; float: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price * (1 - discount)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pure function without files, GUI or internet access is the easiest to test.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Test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test_discount.py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test_calculate_discount():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calculate_discount(100, 0.2) == 80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assert compares the actual result with the expected result.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Vocabulary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481328"/>
          <a:ext cx="10789920" cy="4389120"/>
        </p:xfrm>
        <a:graphic>
          <a:graphicData uri="http://schemas.openxmlformats.org/drawingml/2006/table">
            <a:tbl>
              <a:tblPr/>
              <a:tblGrid>
                <a:gridCol w="5394960"/>
                <a:gridCol w="5394960"/>
              </a:tblGrid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Meaning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input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values used when calling the function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expected output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the program should return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output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the program actually returned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assertion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check that the expectation holds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pytest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practical tool for writing and running tests in Python.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pytest Finds Tests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pytest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conventions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test_*.py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*_test.py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test_something():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Readable Test Output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passed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collected 3 items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test_discount.py ...                       [100%]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passed in 0.04s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Failure Shows the Difference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 assertion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       assert 75.0 == 80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        +  where 75.0 = calculate_discount(100, 0.25)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good test says which expectation was not met.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Arrange - Act - Assert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AAA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test_discount():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price = 100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discount = 0.2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calculate_discount(price, discount)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result == 80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useful test structure when a test contains more than one line.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Cases Are Missing?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only have divide(10, 2) == 5. Which inputs could reveal a bug?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13232" y="199339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208483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 test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77824" y="252374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test_divide():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divide(10, 2) == 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Design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481328"/>
          <a:ext cx="10789920" cy="4389120"/>
        </p:xfrm>
        <a:graphic>
          <a:graphicData uri="http://schemas.openxmlformats.org/drawingml/2006/table">
            <a:tbl>
              <a:tblPr/>
              <a:tblGrid>
                <a:gridCol w="5394960"/>
                <a:gridCol w="539496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Case type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Example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normal input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calculate_discount(100, 0.2)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boundary value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discount 0 or 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invalid input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negative price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mistake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percent as 20 instead of 0.2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regression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concrete input that has already failed once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Parametrization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pytest.mark.parametrize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pytest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@pytest.mark.parametrize(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"price, discount, expected",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(100, 0.2, 80),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(50, 0.1, 45),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(10, 0.0, 10),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test_calculate_discount(price, discount, expected):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calculate_discount(price, discount) == expected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same test for multiple inputs without copying code.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an Expected Exception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pytest.raises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pytest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test_negative_price_is_invalid():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pytest.raises(ValueError):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calculate_discount(-10, 0.2)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function should reject an input, the exception is part of its contract.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Fixture Prepares Shared Data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fixture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pytest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@pytest.fixture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sample_results():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("Anna", "Python", 92),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("Peter", "Python", 67),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test_result_count(sample_results):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len(sample_results) == 2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Testable Design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is easier to test when logic is separated from its environment.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Easy to Test</a:t>
            </a:r>
            <a:endParaRPr lang="en-US" sz="2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481328"/>
          <a:ext cx="10789920" cy="4389120"/>
        </p:xfrm>
        <a:graphic>
          <a:graphicData uri="http://schemas.openxmlformats.org/drawingml/2006/table">
            <a:tbl>
              <a:tblPr/>
              <a:tblGrid>
                <a:gridCol w="5394960"/>
                <a:gridCol w="5394960"/>
              </a:tblGrid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 of the program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pure business logic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most stable part to test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filesystem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testable with temporary directories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HTTP client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without repeatedly calling the real API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GUI callback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keep it short; move logic into functions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 Logic as a Testable Function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logic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analyze_text(text: str) -&gt; TextStats: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TextStats(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lines=len(text.splitlines()),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words=len(text.split()),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characters=len(text),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test_analyze_text():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stats = analyze_text("Hello\nPython")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stats.lines == 2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stats.words == 2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Files with `tmp_path`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tmp_path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test_write_report(tmp_path):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output = tmp_path / "report.txt"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write_report(output, "Done")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output.read_text(encoding="utf-8") == "Done"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tmp_path is a temporary Path object. The test does not damage real data.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260146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245516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dependency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42716" y="2606040"/>
            <a:ext cx="260146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15868" y="2770632"/>
            <a:ext cx="245516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 in test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72200" y="2606040"/>
            <a:ext cx="260146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45352" y="2770632"/>
            <a:ext cx="245516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controlled fake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901684" y="2606040"/>
            <a:ext cx="260146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74836" y="2770632"/>
            <a:ext cx="245516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stable result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Controlled External Dependency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unittest.mock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unittest.mock import Mock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 = Mock()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client.get_temperature.return_value = 22.4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weather_report(client, "Kosice")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 "22.4" in result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Regression Test Stays in the Project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 report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896819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69971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minimal reproduction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80406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53558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failing test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263994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37146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447581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20733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stays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Debugging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systematic way to find where reality differs from expectation.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`print` Debugging Has Limits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 = 42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print("HERE")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print(value)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 many prints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unclear order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forgotten debug prints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hard to filter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Debugger</a:t>
            </a:r>
            <a:endParaRPr lang="en-US" sz="2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481328"/>
          <a:ext cx="10789920" cy="4389120"/>
        </p:xfrm>
        <a:graphic>
          <a:graphicData uri="http://schemas.openxmlformats.org/drawingml/2006/table">
            <a:tbl>
              <a:tblPr/>
              <a:tblGrid>
                <a:gridCol w="5394960"/>
                <a:gridCol w="539496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Question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breakpoint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where do we stop the program?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over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will the next line do?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into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happens inside the called function?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variables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values do we currently have?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 stack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did we get here?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Should Debugging Start?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test expected 80, but the function returned 75. Which value or line would you check first?</a:t>
            </a:r>
            <a:endParaRPr lang="en-US" sz="17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a Traceback from the Bottom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traceback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Traceback (most recent call last):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File "app.py", line 8, in &lt;module&gt;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 = int(text)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ValueError: invalid literal for int()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base 10: 'abc'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Did the Program Fail to Handle?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input caused the exception and where is the line that raised it?</a:t>
            </a:r>
            <a:endParaRPr lang="en-US" sz="17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33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Logging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 output with severity levels.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Logging Levels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logging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logging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logging.basicConfig(level=logging.INFO)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logging.debug("Detail for the developer")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logging.info("Processing file")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logging.warning("Optional value is missing")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logging.error("The file could not be loaded")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`print` and `logging`</a:t>
            </a:r>
            <a:endParaRPr lang="en-US" sz="28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481328"/>
          <a:ext cx="10789920" cy="4389120"/>
        </p:xfrm>
        <a:graphic>
          <a:graphicData uri="http://schemas.openxmlformats.org/drawingml/2006/table">
            <a:tbl>
              <a:tblPr/>
              <a:tblGrid>
                <a:gridCol w="5394960"/>
                <a:gridCol w="5394960"/>
              </a:tblGrid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print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logging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simple output for the user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runtime diagnostics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hard to filter by severity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levels: debug, info, warning, error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useful for a small demo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useful for a longer-running script or application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`assert` Is Not Input Validation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development-time invariant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items = [1, 2, 3]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 len(items) &gt; 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validation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 = "abc"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not text.isdigit():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raise ValueError("Expected a number")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Tools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Formatter, linter, type checker and tests solve different kinds of problems.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Tool Answers Which Question</a:t>
            </a:r>
            <a:endParaRPr lang="en-US" sz="28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481328"/>
          <a:ext cx="10789920" cy="4389120"/>
        </p:xfrm>
        <a:graphic>
          <a:graphicData uri="http://schemas.openxmlformats.org/drawingml/2006/table">
            <a:tbl>
              <a:tblPr/>
              <a:tblGrid>
                <a:gridCol w="5394960"/>
                <a:gridCol w="5394960"/>
              </a:tblGrid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Question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formatter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does the code look consistent?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linter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 there suspicious patterns in the code?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 checker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type expectations match?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does the program behave correctly?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Ruff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ruff check .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ruff format 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typically finds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unused import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unreachable code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suspicious comparison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inconsistent style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Type Checker Uses Type Hints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total(values: list[int]) -&gt; int: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sum(values)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total(["1", "2"])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checker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Argument of type "list[str]"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cannot be assigned to parameter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"values" of type "list[int]"</a:t>
            </a:r>
            <a:endParaRPr lang="en-US" sz="1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41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Quality Pipeline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code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532888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06040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52544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25696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72200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45352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check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91856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65008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811512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84664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</a:t>
            </a:r>
            <a:endParaRPr lang="en-US" sz="1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Demo: From Bug to Regression Test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50876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buggy function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bug reproduction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 test that fails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implementation fix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test stays in the project</a:t>
            </a:r>
            <a:endParaRPr lang="en-US" sz="1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 / 43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Program and the Internet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896819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69971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80406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53558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debug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263994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37146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request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447581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20733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response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Testing, Debugging and Code Quality</dc:title>
  <dc:subject>Programovanie v Pythone</dc:subject>
  <dc:creator>TUKE FEI</dc:creator>
  <cp:lastModifiedBy>TUKE FEI</cp:lastModifiedBy>
  <cp:revision>1</cp:revision>
  <dcterms:created xsi:type="dcterms:W3CDTF">2026-09-15T15:10:15Z</dcterms:created>
  <dcterms:modified xsi:type="dcterms:W3CDTF">2026-09-15T15:10:15Z</dcterms:modified>
</cp:coreProperties>
</file>