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Testing, Debugging and Code Quality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random trial and error to repeatable verification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objective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a small pytest test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recognise an edge case and a regression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a bug through a traceback and debugger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logging and Ruff tools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works for me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checking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remember one input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cannot precisely repeat a bug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next change can break something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test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and expectation are in code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can run it anytime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catches a regression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test compares two values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function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result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expectation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 and small tests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behaviour, not implementation details.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test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tests/test_discount.py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app.pricing import calculate_discount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test_discount_for_regular_price()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calculate_discount(100, 0.2) == 80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test name describes behaviour. assert compares the result with an expectation.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Running tests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iba jeden súbor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tests/test_discount.py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 finds files and functions with suitable names. Its output shows the exact failure location.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example is not enough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normal input shows the main use case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boundary input checks zero and empty values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invalid input checks validation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bug deserves its own regression test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Parametrising similar cases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@pytest.mark.parametrize(("price", "discount", "expected"), [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(100, 0.0, 100),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(100, 0.2, 80),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(50, 0.5, 25),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test_discount(price, discount, expected):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calculate_discount(price, discount) == expected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Parametrisation removes duplication while each row remains a separate test case.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Testing an exception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test_average_rejects_empty_values()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pytest.raises(ValueError):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average([])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exception is part of a function contract when invalid input is expected.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Testable design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Separating logic from Lecture 03 has a concrete reason.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is easier to test?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callback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reading an Entry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messagebox and Label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harder to set up in isolation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Pure function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→ TextStats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a window or file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fast, precise test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Analyzer without GUI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analyze_text(text: str) -&gt; TextStats: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words = text.split()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TextStats(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lines=text.count("\n") + 1 if text else 0,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words=len(words),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characters=len(text),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function has a clear input and return value. The GUI only calls it.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temporary file through tmp_path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test_save_report(tmp_path)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 = tmp_path / "report.txt"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save_report(path, "Done")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path.read_text(encoding="utf-8") == "Done"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test does not write to Downloads or the repository. pytest creates an isolated directory.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Regression test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create a test that reproduces a bug. Only then change the implementation.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test fails first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fix changes implementation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test then guards against the bug returning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Debugging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guessing. Gathering evidence about program state.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a traceback from the end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exception type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line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to the cause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breakpoint is a question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value does the variable have right now?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branch was taken?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called this function?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since the previous step?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Logging instead of random prints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logging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logging.info("Processing %s files", len(files))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logging.warning("Unknown suffix: %s", path.suffix)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logging.error("Cannot read %s", path)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Logging has levels and can be enabled when needed. Do not confuse it with a return value or test.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quality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tools find different problems.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tool and its question</a:t>
            </a:r>
            <a:endParaRPr lang="en-US" sz="2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Tool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Question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Example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pytest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does behaviour work?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assert expected == actual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debugger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is happening now?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breakpoint, variables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Ruff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is code consistent?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ruff check .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type checker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 declared types match?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mypy or pyright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 in the work cycle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check .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format .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Formatter, linter and tests complement each other. None replaces the others.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demonstration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 word-counting bug to a regression test.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reproduce the bug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a failing test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 one function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pytest and Ruff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Recap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test is an executable description of expected behaviour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edge cases and regression tests protect future changes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debugger and logging reveal state when a test is not enough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comes from a repeatable work cycle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Internet, HTTP and APIs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safely work with data that is not on our computer.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Testing, Debugging and Code Quality</dc:title>
  <dc:subject>Programming in Python</dc:subject>
  <dc:creator>TUKE FEI</dc:creator>
  <cp:lastModifiedBy>TUKE FEI</cp:lastModifiedBy>
  <cp:revision>1</cp:revision>
  <dcterms:created xsi:type="dcterms:W3CDTF">2026-09-15T18:50:50Z</dcterms:created>
  <dcterms:modified xsi:type="dcterms:W3CDTF">2026-09-15T18:50:50Z</dcterms:modified>
</cp:coreProperties>
</file>