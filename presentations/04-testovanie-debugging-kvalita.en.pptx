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Testing, Debugging and Code Quality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bug report to a repeatable development workflow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 report: calculate_discount() sometimes returns a negative price.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guessing, first create a small example that reliably reproduces the problem.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smallest reproducible example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print(calculate_discount(100, 1.2))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-19.999999999999996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no longer vague. We know exactly which input gives a wrong result.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is an executable assertion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tests/test_pricing.py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test_discount_cannot_exceed_price()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1.2) &gt;= 0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fails while the bug exists. Such a failing test is the start of a fix, not a process failure.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the contract, not only one input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price must not be negative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 belongs to the interval from 0 to 1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input must be visible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price &lt; 0: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ValueError("price must be non-negative")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0 &lt;= discount &lt;= 1: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ValueError("discount must be between 0 and 1")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runs tests without custom runners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jeden súbor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tests/test_pricing.py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podrobnejší výstup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-v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and function names let pytest discover a test. Output shows the difference between actual and expected.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cases come from boundaries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input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0 /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input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past bug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Parametrisation names similar cases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1.0, 0),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test_discount(price: float, discount: float, expected: float) -&gt; None: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Parametrisation removes duplication without hiding individual scenarios.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exception is expected behaviour too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test_discount_rejects_invalid_percentage()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calculate_discount(100, 1.2)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does not assert message text unless it is part of the public API. It asserts the contract's meaning.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regression test remains in the project after the fix.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protects the exact case that failed once from returning during a later change.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fixture prepares repeated context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is not repeated in every test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fixture should describe data, not the test framework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tests remain independent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sample_results() -&gt; list[Result]: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Result("Anna", "Python", 92),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Result("Peter", "Python", 67),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test_average(sample_results):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average(sample_results) == 79.5</a:t>
            </a:r>
            <a:endParaRPr lang="en-US" sz="15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tmp_path isolates file work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does not write to Downloads or the repository. pytest creates its own temporary directory.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or a debugger?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program should do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repeatable scenario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against regression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debugger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 doing right now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 and branches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investigating unclear state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 traceback from the end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 type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line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to the cause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breakpoint is a concrete question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value does the variable have?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branch executed?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called this function?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since the previous step?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is diagnostics, not random print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records", len(records))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course: %s", course)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levels make diagnostics available when needed without mixing it with user output.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answer different questions</a:t>
            </a:r>
            <a:endParaRPr lang="en-US" sz="2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formatter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formatting consistent?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format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linter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there a suspicious pattern?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 declared types match?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behaviour work?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python -m 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development cycle after a change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pyright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"Fix discount validation"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covers a different class of errors. Together they create a short, repeatable workflow.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Testing, Debugging and Code Quality</dc:title>
  <dc:subject>Programming in Python</dc:subject>
  <dc:creator>TUKE FEI</dc:creator>
  <cp:lastModifiedBy>TUKE FEI</cp:lastModifiedBy>
  <cp:revision>1</cp:revision>
  <dcterms:created xsi:type="dcterms:W3CDTF">2026-09-15T21:19:54Z</dcterms:created>
  <dcterms:modified xsi:type="dcterms:W3CDTF">2026-09-15T21:19:54Z</dcterms:modified>
</cp:coreProperties>
</file>