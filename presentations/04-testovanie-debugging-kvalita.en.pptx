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Testing, Debugging and Code Quality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a bug report to a repeatable development workflow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18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Bug report: calculate_discount() sometimes returns a negative price.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guessing, first create a small example that reliably reproduces the problem.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smallest reproducible example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print(calculate_discount(100, 1.2))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-19.999999999999996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no longer vague. We know exactly which input gives a wrong result.</a:t>
            </a:r>
            <a:endParaRPr lang="en-US" sz="15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test is an executable assertion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tests/test_pricing.py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app.pricing import calculate_discount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test_discount_cannot_exceed_price()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calculate_discount(100, 1.2) &gt;= 0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fails while the bug exists. Such a failing test is the start of a fix, not a process failure.</a:t>
            </a:r>
            <a:endParaRPr lang="en-US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Fix the contract, not only one input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price must not be negative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 belongs to the interval from 0 to 1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input must be visible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calculate_discount(price: float, discount: float) -&gt; float: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price &lt; 0: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ValueError("price must be non-negative")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0 &lt;= discount &lt;= 1: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raise ValueError("discount must be between 0 and 1")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price * (1 - discount)</a:t>
            </a:r>
            <a:endParaRPr lang="en-US" sz="15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pytest runs tests without custom runners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jeden súbor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tests/test_pricing.py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podrobnejší výstup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-v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File and function names let pytest discover a test. Output shows the difference between actual and expected.</a:t>
            </a:r>
            <a:endParaRPr lang="en-US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 cases come from boundaries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 input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 0 /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invalid input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past bug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Parametrisation names similar cases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@pytest.mark.parametrize(("price", "discount", "expected"), [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0.0, 100),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0.2, 80),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(100, 1.0, 0),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test_discount(price: float, discount: float, expected: float)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calculate_discount(price, discount) == expected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Parametrisation removes duplication without hiding individual scenarios.</a:t>
            </a:r>
            <a:endParaRPr lang="en-US" sz="15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exception is expected behaviour too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pytest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test_discount_rejects_invalid_percentage()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pytest.raises(ValueError):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calculate_discount(100, 1.2)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 does not assert message text unless it is part of the public API. It asserts the contract's meaning.</a:t>
            </a:r>
            <a:endParaRPr lang="en-US" sz="1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regression test remains in the project after the fix.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protects the exact case that failed once from returning during a later change.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fixture prepares repeated context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setup is not repeated in every test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fixture should describe data, not the test framework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small tests remain independent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@pytest.fixture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sample_results() -&gt; list[Result]: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Result("Anna", "Python", 92),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Result("Peter", "Python", 67),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]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test_average(sample_results):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average(sample_results) == 79.5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tmp_path isolates file work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test_save_report(tmp_path)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path = tmp_path / "report.txt"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save_report(path, "Done")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 path.read_text(encoding="utf-8") == "Done"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test does not write to Downloads or the repository. pytest creates its own temporary directory.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test or a debugger?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test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program should do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repeatable scenario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protection against regression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debugger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 doing right now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values and branches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investigating unclear state</a:t>
            </a:r>
            <a:endParaRPr lang="en-US" sz="16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Read a traceback from the end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exception type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line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to the cause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breakpoint is a concrete question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value does the variable have?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branch executed?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called this function?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since the previous step?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Logging is diagnostics, not random print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logging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logging.info("Processing %s records", len(records))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logging.warning("Unknown course: %s", course)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logging.error("Cannot read %s", path)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 levels make diagnostics available when needed without mixing it with user output.</a:t>
            </a:r>
            <a:endParaRPr lang="en-US" sz="17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Tools answer different questions</a:t>
            </a:r>
            <a:endParaRPr lang="en-US" sz="2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828800"/>
          <a:ext cx="10899648" cy="3566160"/>
        </p:xfrm>
        <a:graphic>
          <a:graphicData uri="http://schemas.openxmlformats.org/drawingml/2006/table">
            <a:tbl>
              <a:tblPr/>
              <a:tblGrid>
                <a:gridCol w="1828800"/>
                <a:gridCol w="4846320"/>
                <a:gridCol w="422452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Question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Example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formatter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formatting consistent?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format 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linter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is there a suspicious pattern?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ruff check .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type checker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 declared types match?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pyright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does behaviour work?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8212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python -m pytest</a:t>
                      </a:r>
                      <a:endParaRPr lang="en-US" sz="15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mid">
                    <a:lnL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8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" y="1828800"/>
            <a:ext cx="10899648" cy="530352"/>
          </a:xfrm>
          <a:prstGeom prst="rect">
            <a:avLst/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96596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15184" y="1965960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61504" y="196596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PROGRAMMING IN PYTHON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LECTURE 04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18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development cycle after a change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format 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ruff check .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pyright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"Fix discount validation"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tool covers a different class of errors. Together they create a short, repeatable workflow.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Testing, Debugging and Code Quality</dc:title>
  <dc:subject>Programming in Python</dc:subject>
  <dc:creator>TUKE FEI</dc:creator>
  <cp:lastModifiedBy>TUKE FEI</cp:lastModifiedBy>
  <cp:revision>1</cp:revision>
  <dcterms:created xsi:type="dcterms:W3CDTF">2026-09-15T21:51:34Z</dcterms:created>
  <dcterms:modified xsi:type="dcterms:W3CDTF">2026-09-15T21:51:34Z</dcterms:modified>
</cp:coreProperties>
</file>