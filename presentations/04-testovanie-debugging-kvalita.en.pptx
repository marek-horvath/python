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Testing, debugging and code quality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suspicious GUI number to a verified fix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application shows the wrong count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14984" y="401421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Prepare slides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6112" y="478231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55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78231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855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52486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757416" y="401421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Prepare slides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38544" y="478231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855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78231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855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52486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are two tasks, but only one is incomplete.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First, reproduce the bug reliably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Someone unfamiliar with the application must be able to follow the reproduction steps.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two tasks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the first as done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counter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value 2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and actual must be concrete</a:t>
            </a:r>
            <a:endParaRPr lang="en-US" sz="2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tasks, 1 done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Incomplete: 1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Incomplete: 2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empty list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Incomplete: 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Incomplete: 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tasks, both done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Incomplete: 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Incomplete: 2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exception and a logic bug are not the same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interrupts the normal flow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an error type and traceback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IndexError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bug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keeps running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wrong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need a known expectation</a:t>
            </a:r>
            <a:endParaRPr lang="en-US" sz="1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different activities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333756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proves the mismatch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696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2834640"/>
            <a:ext cx="333756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the cause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834640"/>
            <a:ext cx="333756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the code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GUI refresh calculation is suspicious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refresh_view():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listbox.delete(0, tk.END)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task in tasks: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 = "[x]" if task["done"] else "[ ]"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listbox.insert(tk.END, f"{mark} {task['text']}")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counter.config(text=f"Incomplete: {len(tasks)}")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123176" y="379476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Prepare slides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GUI displays exactly what the calculation gives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data does the program hold when the bug occurs?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[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"Submit assignment", "done": True},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"Prepare slides", "done": False},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record is done and the other is not. The data already contains the distinction.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len() answers a different question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print(len(tasks))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of all items is not the number of incomplete items.</a:t>
            </a:r>
            <a:endParaRPr lang="en-US" sz="1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short diagnostic print checks the assumption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print([(t["text"], t["done"]) for t in tasks])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print("all:", len(tasks))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[('Submit assignment', True), ('Prepare slides', False)]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all: 2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print is a temporary tool for checking one hypothesis.</a:t>
            </a:r>
            <a:endParaRPr lang="en-US" sz="1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a traceback from the final line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Traceback (most recent call last):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"app.py", line 48, in mark_done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listbox.curselection()[0]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~~~~~~~~~~~~~~~~~~~~~~^^^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IndexError: tuple index out of range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line names the error; the lines above show how execution reached it.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breakpoint pauses at the suspicious state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pdb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refresh_view():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breakpoint()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len(tasks)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(Pdb) p tasks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[{'text': 'Submit assignment', 'done': True},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{'text': 'Prepare slides', 'done': False}]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(Pdb) p len(tasks)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(Pdb) continue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debugger lets us inspect real state without adding more prints.</a:t>
            </a:r>
            <a:endParaRPr lang="en-US" sz="1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Cause: total count is mistaken for incomplete count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is correct and the GUI can display it. One domain question is wrong and hidden inside a function that also manages widgets.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First, name the calculation contract</a:t>
            </a:r>
            <a:endParaRPr lang="en-US" sz="2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tasks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[done, incomplete]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 state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[done, done]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done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the calculation and capture it in a test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BUGGY FUNCTION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incomplete_count(tasks):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len(tasks)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TestCount(unittest.TestCase):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test_mixed_state(self):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tasks = [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{"done": True},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{"done": False},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self.assertEqual(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incomplete_count(tasks), 1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 describes required behaviour before the fix.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Arrange, act, assert is a way to read a test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test_mixed_state(self):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arrange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[{"done": True}, {"done": False}]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act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incomplete_count(tasks)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assert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self.assertEqual(result, 1)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comments are optional, but the three phases should remain easy to recognise.</a:t>
            </a:r>
            <a:endParaRPr lang="en-US" sz="15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test must fail first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-v 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test_mixed_state (test_tasks.TestCount) ... FAIL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FAIL: test_mixed_state (test_tasks.TestCount)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Traceback (most recent call last):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"test_tasks.py", line 14, in test_mixed_state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self.assertEqual(result, 1)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AssertionError: 2 != 1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(failures=1)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test passes with buggy code, it is not testing the right problem.</a:t>
            </a:r>
            <a:endParaRPr lang="en-US" sz="15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!= 1 is a symptom, not the cause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assertion shows the difference between reality and expectation. We found the cause by inspecting the data and the len(tasks) expression.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fix filters by each task's state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True is False, therefore 0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False is True, therefore 1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counts incomplete tasks only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ulohy.py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incomplete_count(tasks):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 task["done"]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task in tasks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+ True -&gt; 0 + 1 -&gt; 1</a:t>
            </a:r>
            <a:endParaRPr lang="en-US" sz="15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the fix, the same test passes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-v 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test_mixed_state (test_tasks.TestCount) ... ok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1 test in 0.000s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did not change the expectation. We changed the implementation to satisfy it.</a:t>
            </a:r>
            <a:endParaRPr lang="en-US" sz="15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example is not enough: add boundaries</a:t>
            </a:r>
            <a:endParaRPr lang="en-US" sz="2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empty list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iteration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done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True values from not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incomplete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item is counted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length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Adding a task has its own contract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Zavolať školiteľovi  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ADDING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Call supervisor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text.strip()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stripped text is stored and a new task starts incomplete.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add test checks the return value and data mutation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test_add_strips_text(self):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added = add_task(tasks, "  Call supervisor  ")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self.assertTrue(added)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self.assertEqual(tasks,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"Call supervisor", "done": False}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list contents matter more than checking its length alone.</a:t>
            </a:r>
            <a:endParaRPr lang="en-US" sz="15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Empty input has two forms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""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length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not add a task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returns False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   "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contains whitespace only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after strip()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result as ""</a:t>
            </a:r>
            <a:endParaRPr lang="en-US" sz="16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normal and whitespace input separately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INPUT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test_add_strips_text(self):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add_task(tasks, "  Draft  ")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self.assertEqual(tasks[0]["text"], "Draft")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WHITESPACE ONLY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test_blank_text_is_ignored(self):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self.assertFalse(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add_task(tasks, "   	")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self.assertEqual(tasks, [])</a:t>
            </a:r>
            <a:endParaRPr lang="en-US" sz="13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Toggling must work in both directions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test_toggle_in_both_directions(self):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[{"text": "Draft", "done": False}]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self.assertTrue(toggle_task(tasks, 0))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self.assertTrue(tasks[0]["done"])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self.assertTrue(toggle_task(tasks, 0))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self.assertFalse(tasks[0]["done"])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test a state transition, not just one direction.</a:t>
            </a:r>
            <a:endParaRPr lang="en-US" sz="15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invalid index must not damage data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toggle_task(tasks, index):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0 &lt;= index &lt; len(tasks):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tasks[index]["done"] = not tasks[index]["done"]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test_invalid_toggle_keeps_data(self):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original = [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"Draft", "done": False}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[original[0].copy()]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self.assertFalse(toggle_task(tasks, 5))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self.assertEqual(tasks, original)</a:t>
            </a:r>
            <a:endParaRPr lang="en-US" sz="13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 deletion of the exact selected item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test_delete_selected_task(self):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"First", "done": False},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"Second", "done": True},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self.assertTrue(delete_task(tasks, 1))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self.assertEqual(tasks,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"First", "done": False}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Checking len(tasks) == 1 would not detect deletion of the wrong item.</a:t>
            </a:r>
            <a:endParaRPr lang="en-US" sz="15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test needs isolated initial state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MUTABLE STATE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TestTasks(unittest.TestCase):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[]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test_a(self):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self.tasks.append(...)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test_b(self):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sees mutation from test_a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TestTasks(unittest.TestCase):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setUp(self):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self.tasks = []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test_a(self):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self.tasks.append(...)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test_b(self):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receives a fresh list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order must not affect the result.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rules can be tested without the GUI</a:t>
            </a:r>
            <a:endParaRPr lang="en-US" sz="2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incomplete count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of dictionaries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numeric result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adding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+ text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return + exact data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toggling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+ index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changed boolean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deletion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+ index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exact remaining list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tests and GUI checks protect different layers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data tests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and repeatable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localise the rule precisely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no window or clicks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GUI check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widget wiring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visual and interaction issues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still needed, but smaller</a:t>
            </a:r>
            <a:endParaRPr lang="en-US" sz="16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short checks in the real window</a:t>
            </a:r>
            <a:endParaRPr lang="en-US" sz="28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text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Listbox + Entry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 appears, Entry clears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 done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selection + counter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[x] and count decreases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delete selected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correct row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selected item disappears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 without selection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callback stability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crash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observe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original callback mixes too many responsibilities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add_from_gui():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entry.get().strip()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text: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tasks.append({"text": text, "done": False})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listbox.delete(0, tk.END)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task in tasks: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listbox.insert(tk.END, format_task(task))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counter.config(text=f"Incomplete: {len(tasks)}")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entry.delete(0, tk.END)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reads a widget, validates, mutates data, and renders both list and counter.</a:t>
            </a:r>
            <a:endParaRPr lang="en-US" sz="15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function and GUI callback get clear roles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add_task(tasks, text):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text.strip()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tasks.append({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text,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"done": False,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add_from_gui():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add_task(tasks, entry.get()):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entry.delete(0, tk.END)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refresh_view()</a:t>
            </a:r>
            <a:endParaRPr lang="en-US" sz="13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task list is the single source of truth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96596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17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3320" y="2788920"/>
            <a:ext cx="2514600" cy="896112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017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refresh_view()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2360" y="2148840"/>
            <a:ext cx="329184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377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Listbox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52360" y="3794760"/>
            <a:ext cx="329184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Label: Incomplete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63240" y="3090672"/>
            <a:ext cx="228600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3236976"/>
            <a:ext cx="566928" cy="-62179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3236976"/>
            <a:ext cx="566928" cy="98755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Widgets are a projection of data. After every successful mutation, both GUI elements refresh from the same list.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function name should say what it returns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spocitaj()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it count?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which data?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is hidden in the body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pocet_nesplnenych()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a count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counts incomplete tasks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 reads like a sentence</a:t>
            </a:r>
            <a:endParaRPr lang="en-US" sz="16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comment must not lie or restate code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 COMMENT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all tasks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incomplete_count(tasks):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 t["done"] for t in tasks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READABLE CODE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incomplete_count(tasks):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 task["done"]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task in tasks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comment when it explains a reason or an unexpected constraint.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 handling protects an expected state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 EVERYTHING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delete_from_gui():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index = listbox.curselection()[0]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delete_task(tasks, index)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STATE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delete_from_gui():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selection = listbox.curselection()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selection: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delete_task(tasks, selection[0])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refresh_view()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selection is a normal UI state, not an unknown error.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diff fixes the exact cause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counter.config(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text=f"Incomplete: {len(tasks)}"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counter.config(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f"Incomplete: "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f"{incomplete_count(tasks)}"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refactor may be larger, but the fix itself should remain easy to review.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repeatable workflow for the next bug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61544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2646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8984" y="2834640"/>
            <a:ext cx="161544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871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1087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3024" y="2834640"/>
            <a:ext cx="161544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275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5274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2834640"/>
            <a:ext cx="161544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failing test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7967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71104" y="2834640"/>
            <a:ext cx="161544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083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fix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64082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15144" y="2834640"/>
            <a:ext cx="161544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2487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suite</a:t>
            </a:r>
            <a:endParaRPr lang="en-US" sz="14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suite has ten tests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-v 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test_invalid_delete_keeps_data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test_invalid_toggle_keeps_data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test_delete_selected_task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test_count_empty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test_count_all_done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test_count_all_incomplete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test_count_mixed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test_blank_text_is_ignored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test_toggle_in_both_directions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test_add_strips_text ... ok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10 tests in 0.001s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shortened verbose output shows which behaviour each test protects.</a:t>
            </a:r>
            <a:endParaRPr lang="en-US" sz="15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suite proves and what it does not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proves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over the task list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and index edge cases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counter regression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prove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a button calls the right callback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layout looks correct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the app works on every OS</a:t>
            </a:r>
            <a:endParaRPr lang="en-US" sz="16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test catches this bug?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function ignores the index and always removes the first item. Choose the strongest test.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delete_task(tasks, index):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0 &lt;= index &lt; len(tasks):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 tasks[0]  # bug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check the return value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check len(tasks) ==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delete index 1 and compare the exact remaining list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your answer first. Then run the code.</a:t>
            </a:r>
            <a:endParaRPr lang="en-US" sz="1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bug to a better design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reproduction, expected and actual.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real data with print, traceback or debugger.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write a test that reproduces the bug.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data rules from GUI callbacks.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full test suite after a small fix.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Testing, debugging and code quality</dc:title>
  <dc:subject>Programming in Python</dc:subject>
  <dc:creator>TUKE FEI</dc:creator>
  <cp:lastModifiedBy>TUKE FEI</cp:lastModifiedBy>
  <cp:revision>1</cp:revision>
  <dcterms:created xsi:type="dcterms:W3CDTF">2026-09-30T19:47:13Z</dcterms:created>
  <dcterms:modified xsi:type="dcterms:W3CDTF">2026-09-30T19:47:13Z</dcterms:modified>
</cp:coreProperties>
</file>