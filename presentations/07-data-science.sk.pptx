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Science v Pythone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Analýza jedného datasetu od CSV po záver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Začíname dátami, nie knižnicou</a:t>
            </a:r>
            <a:endParaRPr lang="en-US" sz="2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Súbor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Obsah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Problém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rides.csv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5000 jázd z bikesharingu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chýbajúce stanice, duplicity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weather.csv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teplota a dážď po hodinách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iná granularita času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kedy a kto jazdí dlhšie?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potrebujeme čistenie a agregáciu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Obsah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jednej analýzy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data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+ transform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aggregate + merge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visualize + interpret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Prvé načítanie je diagnostika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= pd.read_csv("rides.csv", parse_dates=["started_at"])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print(rides.shape)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print(rides.dtypes)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print(rides.head(3))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print(rides.isna().sum())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 filtrovaním a grafmi chceme vedieť rozmery, typy a zjavné chyby dát.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NumPy v pozadí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Stačí porozumieť poliam, typom, tvaru, vektorizácii a maskám.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ndarray má shape a dtype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durations = np.array([11.5, 7.0, 22.0, 4.5])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print(durations.shape)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print(durations.dtype)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print(durations.mean())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NumPy array je homogénne číselné pole. pandas na ňom stavia veľkú časť výkonu.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Vektorizácia nahrádza opakovaný Python loop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operácia sa aplikuje na celé pole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výsledok je nové pole rovnakého tvaru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kód vyjadruje dátovú operáciu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minutes = np.array([12, 5, 31, 8])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 = minutes / 60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 = minutes &gt;= 10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long_rides = minutes[mask]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print(long_rides)</a:t>
            </a:r>
            <a:endParaRPr lang="en-US" sz="1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DataFrame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Tabuľka s pomenovanými stĺpcami a indexom.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kontrolujeme po načítaní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pandas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Dôvod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koľko riadkov?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shape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rozsah dát a očakávania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aké typy?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dtypes / info()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dátum nemá zostať obyčajný text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chýbajú hodnoty?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isna().sum()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čistenie závisí od významu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sú duplicitné záznamy?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duplicated()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duplicitný import skreslí agregácie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Dôvod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Výber stĺpcov a filtrovanie riadkov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columns = ["started_at", "member_type", "duration_min"]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= rides[columns]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commute = rides[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(rides["duration_min"] &lt;= 30)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 (rides["member_type"] == "subscriber")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Boolean maska je Series hodnôt True/False. Zátvorky pri zložených podmienkach sú povinné.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 pri pomenovanom výbere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["member_type", "duration_min", "start_station"]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= rides.loc[rides["duration_min"] &gt; 45, cols]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= rides.iloc[:5, :3]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 používa labely riadkov a stĺpcov. iloc používa číselné pozície.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Chýbajúce hodnoty najprv interpretujeme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missing_station = rides["start_station"].isna().mean()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= rides.dropna(subset=["duration_min", "started_at"]).copy()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clean["start_station"] = clean["start_station"].fillna("unknown")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print(f"Missing station: {missing_station:.1%}")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každú prázdnu hodnotu opravujeme rovnako. Trvanie jazdy a názov stanice majú iný význam.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Duplicity pred agregáciou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= ["bike_id", "started_at", "ended_at"]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duplicates = rides.duplicated(subset=key)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= rides.loc[~duplicates].copy()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print(duplicates.sum())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Duplicitný import by zvyšoval počty jázd aj priemery. Rozhodnutie musí vychádzať z domény.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Odvodené stĺpce dávajú otázke tvar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rides["hour"] = rides["started_at"].dt.hour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rides["weekday"] = rides["started_at"].dt.day_name()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rides["is_weekend"] = rides["started_at"].dt.dayofweek &gt;= 5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rides["speed_kmh"] = rides["distance_km"] / (rides["duration_min"] / 60)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Transformácia má byť pomenovaná. Neskôr v grafe vieme čítať hour, weekend alebo speed_kmh.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Otázku meníme na skupiny a metriky.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groupby + agg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rides.groupby("member_type")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.agg(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rides=("ride_id", "count"),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avg_duration=("duration_min", "mean"),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median_distance=("distance_km", "median"),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.round(1)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tabuľka agregácií dáva jasnejšiu odpoveď než séria samostatných printov.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value_counts ako rýchla frekvenčná tabuľka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top_stations = 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rides["start_station"]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.value_counts(dropna=False)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.head(10)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print(top_stations)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Frekvencia pomáha nájsť dominantné kategórie, chyby v zápise aj hodnotu unknown.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doplní kontext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 = pd.read_csv("weather.csv", parse_dates=["hour"])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rides["hour"] = rides["started_at"].dt.floor("h")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with_weather = rides.merge(weather, on="hour", how="left")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je dátová verzia JOINu z databáz. Kľúč a granularita musia dávať zmysel.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 odpovedá na jednu otázku, nie na všetko naraz.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Histogram: rozdelenie jednej číselnej hodnoty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rides["duration_min"].clip(upper=90).plot.hist(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bins=30,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title="Ride duration distribution",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ax.set_xlabel("duration in minutes")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Histogram je vhodný na otázku: aké hodnoty sú bežné a čo sú extrémy?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 chart: porovnanie kategórií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hourly = rides.groupby("hour")["ride_id"].count()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hourly.plot.bar(title="Rides by hour")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ax.set_xlabel("hour of day")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ax.set_ylabel("rides")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 chart porovnáva kategórie alebo diskrétne skupiny. Os y musí mať jasnú jednotku.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Scatter: vzťah dvoch číselných premenných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= rides.sample(500, random_state=42)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sample.plot.scatter(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x="distance_km",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y="duration_min",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alpha=0.35,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 nehovorí automaticky o príčine. Ukazuje vzťah, zhlukovanie a odľahlé body.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Zavádzajúci graf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y-os nezačína na nule pri bar chart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percentá bez menovateľa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priemer skrýva silné outliers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 nemá jednotku ani filter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Oprava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ukázať os a jednotku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pomenovať filter dát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pridať počet pozorovaní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porovnať aj median</a:t>
            </a:r>
            <a:endParaRPr lang="en-US" sz="1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Konkrétny záver z analýzy</a:t>
            </a:r>
            <a:endParaRPr lang="en-US" sz="2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Zistenie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Dôkaz v dátach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Opatrnosť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subscriber jazdy sú početnejšie ráno a poobede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hourly count podľa member_type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nejde o dôkaz pracovnej cesty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casual jazdy majú vyšší median trvania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groupby member_type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extrémy sme orezali nad 90 min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dážď znižuje počet casual jázd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merge s weather a bar chart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počasie nie je jediný faktor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Zistenie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Dôkaz v dátach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Opatrnosť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 nie je cieľ analýzy.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Cieľom je reprodukovateľná cesta od otázky cez čistenie a agregáciu ku konkrétnemu záveru, ktorý sa dá obhájiť dátami.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v Pythone</dc:title>
  <dc:subject>Programovanie v Pythone</dc:subject>
  <dc:creator>TUKE FEI</dc:creator>
  <cp:lastModifiedBy>TUKE FEI</cp:lastModifiedBy>
  <cp:revision>1</cp:revision>
  <dcterms:created xsi:type="dcterms:W3CDTF">2026-09-15T21:39:10Z</dcterms:created>
  <dcterms:modified xsi:type="dcterms:W3CDTF">2026-09-15T21:39:10Z</dcterms:modified>
</cp:coreProperties>
</file>