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v Pythone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Dátová práca začína otázkou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15087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Tabuľka sama o sebe nie je výsledok. Výsledkom je odpoveď, rozhodnutie, graf, report alebo dátovo podložené zistenie.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ktorý predmet má najnižší priemer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koľko odovzdaní bolo neúspešných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či sú v dátach duplicity alebo chýbajúce hodnoty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ako sa výsledky menia medzi pokusmi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Typický dátový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123672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770632"/>
            <a:ext cx="109042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77974" y="2606040"/>
            <a:ext cx="123672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51126" y="2770632"/>
            <a:ext cx="109042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2716" y="2606040"/>
            <a:ext cx="123672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5868" y="2770632"/>
            <a:ext cx="109042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7458" y="2606040"/>
            <a:ext cx="123672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0610" y="2770632"/>
            <a:ext cx="109042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606040"/>
            <a:ext cx="123672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2770632"/>
            <a:ext cx="109042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36942" y="2606040"/>
            <a:ext cx="123672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0094" y="2770632"/>
            <a:ext cx="109042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01684" y="2606040"/>
            <a:ext cx="123672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4836" y="2770632"/>
            <a:ext cx="109042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266426" y="2606040"/>
            <a:ext cx="123672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9578" y="2770632"/>
            <a:ext cx="109042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nie je iba machine learning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15087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Veľká časť praktickej dátovej práce je obyčajné, presné a opakovateľné spracovanie dát.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načítať dáta z CSV, databázy alebo API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pochopiť typy, rozsahy a chýbajúce hodnoty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vytvoriť agregácie a reporty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zobraziť výsledok tak, aby sa dal čítať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dátový ekosystém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770632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32888" y="260604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2770632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60604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2770632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60604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2770632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1856" y="260604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2770632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 / scikit-learn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811512" y="260604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84664" y="2770632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je pracovný zošit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15087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spája kód, výsledky, text a grafy. Je praktický pri explorácii a vysvetľovaní dátovej analýzy.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cell -&gt; execute -&gt; result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rýchle experimentovanie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dobrý formát pre priebežnú analytickú prácu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si pamätá stav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bunky nemusia byť spustené v poradí zhora nadol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premenné môžu zostať v pamäti z predchádzajúceho experimentu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 odovzdaním použite Restart kernel + Run All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Prečo výsledok niekedy nejde zopakovať?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funguje u autora, ale po reštarte kernelu zlyhá. Aké premenné alebo kroky mohli byť závislé od predchádzajúceho poradia buniek?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Efektívna práca s číselnými poľami.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list vs. NumPy array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všeobecná kolekcia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môže miešať typy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výborný pre bežné programovanie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numeriku často riešime cyklom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06440" y="1463040"/>
            <a:ext cx="4892040" cy="0"/>
          </a:xfrm>
          <a:prstGeom prst="line">
            <a:avLst/>
          </a:prstGeom>
          <a:noFill/>
          <a:ln w="12700">
            <a:solidFill>
              <a:srgbClr val="0B6B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6642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array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homogénne číselné dáta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vektorové operácie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efektívnejšia pamäť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základ vedeckého Pythonu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má tvar a typ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numpy_basics.py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np.array([10, 20, 30, 40])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print(values.shape)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print(values.dtype)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Vektorová operácia namiesto cyklu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5230368" cy="466344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4901184" cy="4041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 = []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value in values: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doubled.append(value * 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444752"/>
            <a:ext cx="5230368" cy="466344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536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37376" y="1975104"/>
            <a:ext cx="4901184" cy="4041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np.array([10, 20, 30])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 = values * 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Broadcasting v jednoduchom prípade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66751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63825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broadcasting.py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63459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= np.array([92, 67, 45, 81])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bonus_points = points + 5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= points / 100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158191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Operácia so skalárom sa aplikuje na celé pole.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a slicing sú známe koncepty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slicing.py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np.array([10, 20, 30, 40, 50])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= values[0]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values[-1]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 = values[1:4]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reversed_values = values[::-1]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Dvojrozmerné dáta majú osi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np.array([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[92, 85, 78],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[67, 74, 81],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first_row = matrix[0, :]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first_column = matrix[:, 0]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Maska vyberá hodnoty podľa podmienky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= np.array([92, 67, 45, 81])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passed_mask = points &gt;= 50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passed_points = points[passed_mask]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Agregácie nad poľom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= np.array([92, 67, 45, 81])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print(points.mean())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print(points.min())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print(points.max())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print(points.sum())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 bude výsledok?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 points = np.array([40, 50, 90]), čo reprezentuje výraz points &gt;= 50?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Tabuľkové dáta ako prvotriedny objekt.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DataFrame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481328"/>
          <a:ext cx="10789920" cy="438912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Objekt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Mentálny 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jeden pomenovaný stĺpec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DataFrame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tabuľka so stĺpcami a riadkami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Priebežný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66751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63825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results.csv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63459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student,course,points,attempt,submitted_at,duration_min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Anna,Python,92,1,2026-10-01,48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Peter,Python,67,1,2026-10-01,65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Lucia,Databázy,88,1,2026-10-03,54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Martin,Python,45,2,2026-10-04,90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158191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Malý výrez predstavuje tabuľku s výsledkami študentov.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Dáta najprv načítať a pozrieť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load_data.py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pd.read_csv("results.csv")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print(df.columns)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Rýchla diagnostika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print(df.dtypes)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Výber stĺpcov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5230368" cy="466344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4901184" cy="4041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= df["points"]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444752"/>
            <a:ext cx="5230368" cy="466344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536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37376" y="1975104"/>
            <a:ext cx="4901184" cy="4041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short_table = df[["student", "course", "points"]]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Filtrovanie riadkov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66751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63825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63459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passed_python = df[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(df["course"] == "Python")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(df["points"] &gt;= 50)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158191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 viacerých podmienkach používame zátvorky a &amp; alebo |.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 vyberie tento filter?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(df["course"] == "Python") &amp; (df["points"] &gt;= 50)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`loc` a `iloc`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481328"/>
          <a:ext cx="10789920" cy="438912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Výber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Použitie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df.loc[...]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podľa labelov a boolean masiek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df.iloc[...]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podľa číselných pozícií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Triedenie dá prvé odpovede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top_results = df.sort_values(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by="points",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ascending=False,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).head(5)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print(top_results[["student", "course", "points"]])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Odvodený stĺpec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df["passed"] = df["points"] &gt;= 50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df["points_per_minute"] = df["points"] / df["duration_min"]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print(df[["student", "passed", "points_per_minute"]])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Chýbajúce hodnoty najprv zmeraj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df.isna().sum()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print(missing)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= df.dropna(subset=["points"])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filled = df.fillna({"duration_min": 0})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 znamená prázdna hodnota?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 chýba duration_min, je to nula minút, neodovzdané riešenie alebo iba chýbajúce meranie?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Duplicity môžu byť chyba aj realita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duplicates = df.duplicated(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subset=["student", "course", "attempt"]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print(df[duplicates])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Otázky typu: podľa predmetu, podľa študenta, podľa kategórie.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- apply - combine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351129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770632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course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52544" y="2606040"/>
            <a:ext cx="351129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5696" y="2770632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mean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1856" y="2606040"/>
            <a:ext cx="351129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2770632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result table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Priemer bodov podľa predmetu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average_by_course = df.groupby("course")["points"].mean()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print(average_by_course.sort_values(ascending=False))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Viac agregácií naraz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df.groupby("course")["points"].agg(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count="count",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mean="mean",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minimum="min",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maximum="max",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print(summary)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`value_counts()` ako frekvenčná tabuľka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print(df["course"].value_counts())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print(df["passed"].value_counts())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je pandas verzia JOIN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5230368" cy="466344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4901184" cy="4041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results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courses ON courses.id = results.course_id;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444752"/>
            <a:ext cx="5230368" cy="466344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5361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37376" y="1975104"/>
            <a:ext cx="4901184" cy="4041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results.merge(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left_on="course_id",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right_on="id",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`apply()` nie je prvá voľba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najprv hľadajte vektorový pandas zápis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apply() môže byť čitateľné pre jednoduchú vlastnú logiku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 veľkých dátach býva výrazne pomalšie než vektorová operácia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Vizualizácia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 má odpovedať na konkrétnu otázku.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porovnanie kategórií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average_by_course.plot(kind="bar")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plt.ylabel("Priemerný počet bodov")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plt.title("Priemer podľa predmetu")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Histogram: rozdelenie hodnôt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107899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104973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104607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df["points"].plot(kind="hist", bins=10)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plt.xlabel("Body")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plt.title("Rozdelenie bodov")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Aký graf zvoliť?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Chceme porovnať priemerný počet bodov v predmetoch. Je vhodnejší bar chart, histogram alebo scatter plot?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môže vzniknúť aj zo SQL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6675120" cy="4526280"/>
          </a:xfrm>
          <a:prstGeom prst="rect">
            <a:avLst/>
          </a:prstGeom>
          <a:solidFill>
            <a:srgbClr val="10151F"/>
          </a:solidFill>
          <a:ln w="12700">
            <a:solidFill>
              <a:srgbClr val="1C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63825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8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from_sql.py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" y="1975104"/>
            <a:ext cx="6345936" cy="3904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"""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students.name, courses.title, results.points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results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students ON students.id = results.student_id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courses ON courses.id = results.course_id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pd.read_sql(query, connection)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158191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Dáta uložené v databáze vieme načítať priamo do pandas a pokračovať v analýze.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88752" y="6446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68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/ 45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CSV -&gt; otázka -&gt; odpoveď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načítať CSV cez read_csv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skontrolovať head, shape, info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vyfiltrovať jeden predmet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spraviť groupby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nakresliť jeden jednoduchý graf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ďalšia téma: získavanie dát z webu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 Pythone</dc:title>
  <dc:subject>Programovanie v Pythone</dc:subject>
  <dc:creator>TUKE FEI</dc:creator>
  <cp:lastModifiedBy>TUKE FEI</cp:lastModifiedBy>
  <cp:revision>1</cp:revision>
  <dcterms:created xsi:type="dcterms:W3CDTF">2026-09-15T15:10:15Z</dcterms:created>
  <dcterms:modified xsi:type="dcterms:W3CDTF">2026-09-15T15:10:15Z</dcterms:modified>
</cp:coreProperties>
</file>