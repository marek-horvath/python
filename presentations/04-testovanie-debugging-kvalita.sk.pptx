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Testovanie, debugging a kvalita kódu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zvláštneho čísla v GUI k overenej oprave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Aplikácia ukazuje nesprávny počet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POZOROVANÉ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40142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Pripraviť slidy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52486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OČAKÁVANÉ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11064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757416" y="401421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Pripraviť slidy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78231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8554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524865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Dve úlohy sú v zozname, ale nesplnená je iba jedna.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Najprv chybu spoľahlivo zopakujeme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Reprodukčný postup musí vedieť zopakovať aj človek, ktorý aplikáciu nepozná.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pridaj dve úlohy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prvú označ ako hotovú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pozri počítadlo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vidíš hodnotu 2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a actual musia byť konkrétne</a:t>
            </a:r>
            <a:endParaRPr lang="en-US" sz="2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úlohy, 1 hotová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2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prázdny zoznam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úlohy, obe hotové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Nesplnené: 2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Stav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Očakávané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Skutočné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Výnimka a logická chyba nie sú to isté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Výnimka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preruší bežný tok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dostaneme typ chyby a traceback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príklad: IndexError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Logická chyba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pokračuje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 je nesprávny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potrebujeme poznať očakávanie</a:t>
            </a:r>
            <a:endParaRPr lang="en-US" sz="1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 rozdielne činnosti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testovanie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dokazuje rozdiel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9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2834640"/>
            <a:ext cx="333756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hľadá príčinu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oprava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mení kód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Podozrivý je výpočet pri obnove GUI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obnov_zobrazenie():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listbox.delete(0, tk.END)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uloha in ulohy: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znacka = "[x]" if uloha["hotova"] else "[ ]"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listbox.insert(tk.END, f"{znacka} {uloha['text']}")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pocitadlo.config(text=f"Nesplnené: {len(ulohy)}")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Poslať zadanie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Pripraviť slidy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 vypíše presne to, čo mu výpočet odovzdá.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Aké dáta má program v okamihu chyby?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 = [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"Poslať zadanie", "hotova": True},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"Pripraviť slidy", "hotova": False},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Jeden záznam je hotový a druhý nie. Informáciu už v dátach máme.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len() odpovedá na inú otázku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print(len(ulohy))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Počet všetkých položiek nie je počet nesplnených položiek.</a:t>
            </a:r>
            <a:endParaRPr lang="en-US" sz="1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Krátky diagnostický výpis overí predpoklad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print([(u["text"], u["hotova"]) for u in ulohy])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print("všetky:", len(ulohy))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[('Poslať zadanie', True), ('Pripraviť slidy', False)]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všetky: 2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Výpis je dočasný nástroj na potvrdenie jednej hypotézy.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Traceback čítame od posledného riadku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"app.py", line 48, in oznac_hotovu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listbox.curselection()[0]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~~~~~~~~~~~~~~~~~~~~~~^^^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IndexError: tuple index out of range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Posledný riadok pomenúva chybu; riadky nad ním ukazujú cestu k nej.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Breakpoint zastaví program pri podozrivom stave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pdb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obnov_zobrazenie():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breakpoint()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pocet = len(ulohy)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p ulohy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[{'text': 'Poslať zadanie', 'hotova': True},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{'text': 'Pripraviť slidy', 'hotova': False}]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p len(ulohy)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(Pdb) continue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Debugger umožní prezerať reálny stav bez pridávania ďalších printov.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Príčina: zamieňame počet všetkých za počet nesplnených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Dáta sú správne a GUI ich vie zobraziť. Nesprávna je jedna doménová otázka ukrytá vo funkcii, ktorá zároveň obsluhuje widgety.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Najprv pomenujeme kontrakt výpočtu</a:t>
            </a:r>
            <a:endParaRPr lang="en-US" sz="2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žiadne úlohy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[hotová, nesplnená]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zmiešaný stav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[hotová, hotová]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všetky hotové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Význam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Výsledok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Výpočet oddelíme a zachytíme testom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CHYBNÁ FUNKCIA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pocet_nesplnenych(ulohy):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len(ulohy)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TestPocet(unittest.TestCase):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test_zmiesany_stav(self):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ulohy = [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{"hotova": True},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{"hotova": False},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self.assertEqual(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pocet_nesplnenych(ulohy), 1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opisuje požadované správanie ešte pred opravou.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Arrange, act, assert je spôsob čítania testu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test_zmiesany_stav(self):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arrange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[{"hotova": True}, {"hotova": False}]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vysledok = pocet_nesplnenych(ulohy)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assert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self.assertEqual(vysledok, 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Komentáre nie sú povinné; tri fázy však majú byť v teste jasne rozpoznateľné.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Najprv musí test naozaj zlyhať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test_zmiesany_stav (test_ulohy.TestPocet) ... FAIL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FAIL: test_zmiesany_stav (test_ulohy.TestPocet)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"test_ulohy.py", line 14, in test_zmiesany_stav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self.assertEqual(vysledok, 1)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AssertionError: 2 != 1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(failures=1)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test s chybným kódom prejde, netestuje správny problém.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!= 1 je symptóm, nie vysvetlenie príčiny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 ukazuje rozdiel medzi skutočnosťou a očakávaním. Príčinu sme našli až preskúmaním dát a výrazu len(ulohy).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Oprava filtruje podľa stavu každej úlohy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True je False, teda 0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False je True, teda 1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spočíta iba nesplnené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pocet_nesplnenych(ulohy):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uloha["hotova"]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uloha in ulohy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 + True -&gt; 0 + 1 -&gt; 1</a:t>
            </a:r>
            <a:endParaRPr lang="en-US" sz="15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 oprave ten istý test prejde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test_zmiesany_stav (test_ulohy.TestPocet) ... ok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1 test in 0.000s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Nemenili sme očakávanie. Zmenili sme implementáciu tak, aby ho splnila.</a:t>
            </a:r>
            <a:endParaRPr lang="en-US" sz="15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Jeden príklad nestačí: pridáme hranice</a:t>
            </a:r>
            <a:endParaRPr lang="en-US" sz="2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prázdny zoznam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žiadna iterácia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všetky hotové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žiadne True z not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všetky nesplnené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každá položka sa ráta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dĺžka zoznamu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Prípad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Prečo je dôležitý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Očakávanie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Pridanie úlohy má vlastný kontrakt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Zavolať školiteľovi  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Zoznam je prázdny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PRIDANÍ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Moje úlohy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Pridať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Zavolať školiteľovi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Hotové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Odstrániť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Nesplnené: 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text.strip()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Uloží sa orezaný text a nová úloha začína ako nesplnená.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pridania kontroluje návrat aj zmenu dát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test_pridanie_oreze_text(self):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pridana = pridaj_ulohu(ulohy, "  Zavolať školiteľovi  ")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self.assertTrue(pridana)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self.assertEqual(ulohy,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"Zavolať školiteľovi", "hotova": False}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Presný obsah zoznamu je dôležitejší než iba kontrola jeho dĺžky.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Prázdny vstup má dve podoby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""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nulová dĺžka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nesmie pridať úlohu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funkcia vráti False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   "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obsahuje iba whitespace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strip() je prázdny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rovnaký výsledok ako ""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Bežný a whitespace vstup testujeme oddelene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BEŽNÝ VSTUP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test_pridanie_oreze_text(self):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pridaj_ulohu(ulohy, "  Návrh  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self.assertEqual(ulohy[0]["text"], "Návrh")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IBA WHITESPACE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test_prazdny_text_sa_ignoruje(self):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pridaj_ulohu(ulohy, "   	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self.assertEqual(ulohy, [])</a:t>
            </a:r>
            <a:endParaRPr lang="en-US" sz="13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Prepnutie musí fungovať v oboch smeroch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test_prepnutie_v_oboch_smeroch(self):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[{"text": "Návrh", "hotova": False}]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self.assertTrue(prepni_ulohu(ulohy, 0))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self.assertTrue(ulohy[0]["hotova"])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self.assertTrue(prepni_ulohu(ulohy, 0))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self.assertFalse(ulohy[0]["hotova"])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Testujeme prechod stavu, nie iba výsledok jedného smeru.</a:t>
            </a:r>
            <a:endParaRPr lang="en-US" sz="15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Neplatný index nesmie poškodiť dáta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prepni_ulohu(ulohy, index):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0 &lt;= index &lt; len(ulohy):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ulohy[index]["hotova"] = not ulohy[index]["hotova"]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test_neplatne_prepnutie_nemeni_data(self):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povodne = [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"Návrh", "hotova": False}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[povodne[0].copy()]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self.assertFalse(prepni_ulohu(ulohy, 5))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self.assertEqual(ulohy, povodne)</a:t>
            </a:r>
            <a:endParaRPr lang="en-US" sz="13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Odstránenie overíme na presnom vybranom prvku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test_odstrani_vybranu_ulohu(self):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"Prvá", "hotova": False},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"Druhá", "hotova": True},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self.assertTrue(odstran_ulohu(ulohy, 1))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self.assertEqual(ulohy, [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{"text": "Prvá", "hotova": False}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Kontrola len(ulohy) == 1 by neodhalila odstránenie nesprávnej položky.</a:t>
            </a:r>
            <a:endParaRPr lang="en-US" sz="15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Každý test potrebuje izolovaný počiatočný stav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ZDIEĽANÝ MUTABLE STAV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TestUlohy(unittest.TestCase):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 = []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test_a(self):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self.ulohy.append(...)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test_b(self):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vidí zmenu z test_a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setUp()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TestUlohy(unittest.TestCase):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setUp(self):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self.ulohy = []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test_a(self):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self.ulohy.append(...)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test_b(self):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dostane nový zoznam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Poradie testov nesmie meniť ich výsledok.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Bez GUI vieme testovať väčšinu pravidiel</a:t>
            </a:r>
            <a:endParaRPr lang="en-US" sz="28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počet nesplnených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slovníkov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číselný výsledok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pridanie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návrat + presné dáta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prepnutie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index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zmenený boolean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odstránenie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 + index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presný zostávajúci 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Vstup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Dátové testy a GUI kontrola chránia iné vrstvy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Automatické dátové testy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rýchle a opakovateľné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presne lokalizujú pravidlo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nepotrebujú okno ani kliknutia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Manuálna GUI kontrola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overí prepojenie widgetov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odhalí vizuálne a interakčné problémy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zostáva potrebná, ale menšia</a:t>
            </a:r>
            <a:endParaRPr lang="en-US" sz="16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Štyri krátke kontroly v reálnom okne</a:t>
            </a:r>
            <a:endParaRPr lang="en-US" sz="28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pridať text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Listbox + Entry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položka pribudne, Entry sa vyčistí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označiť hotovú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výber + počítadlo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[x] a počet klesne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odstrániť vybranú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správny riadok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zmizne vybraná položka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klik bez výberu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stabilita callbacku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žiadny pád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Akcia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sledujeme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Očakávanie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Pôvodný callback mieša priveľa zodpovedností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pridaj_z_gui():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ulohy.append({"text": text, "hotova": False})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listbox.delete(0, tk.END)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uloha in ulohy: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listbox.insert(tk.END, format_ulohy(uloha))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pocitadlo.config(text=f"Nesplnené: {len(ulohy)}")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entry.delete(0, tk.END)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Číta widget, validuje, mení dáta, renderuje zoznam aj počítadlo.</a:t>
            </a:r>
            <a:endParaRPr lang="en-US" sz="15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Doménová funkcia a GUI callback dostanú jasné úlohy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pridaj_ulohu(ulohy, text):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text.strip()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ulohy.append({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text,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"hotova": False,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pridaj_z_gui():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pridaj_ulohu(ulohy, entry.get()):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entry.delete(0, tk.END)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obnov_zobrazenie()</a:t>
            </a:r>
            <a:endParaRPr lang="en-US" sz="13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Zoznam úloh je jediný zdroj pravdy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96596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ulohy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2788920"/>
            <a:ext cx="2514600" cy="896112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017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obnov_zobrazenie()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Listbox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2360" y="379476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Label: Nesplnené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63240" y="3090672"/>
            <a:ext cx="228600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236976"/>
            <a:ext cx="566928" cy="-62179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3236976"/>
            <a:ext cx="566928" cy="98755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Widgety sú projekcia dát. Po každej úspešnej zmene sa obe časti GUI obnovia z toho istého zoznamu.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Názov funkcie má povedať, čo vracia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spocitaj()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čo počíta?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akých dát?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význam sa hľadá v tele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pocet_nesplnenych()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výsledkom je počet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počíta nesplnené úlohy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sa číta ako veta</a:t>
            </a:r>
            <a:endParaRPr lang="en-US" sz="16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Komentár nemá klamať ani prepisovať kód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ZASTARANÝ KOMENTÁR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Spočíta všetky úlohy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pocet_nesplnenych(ulohy):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u["hotova"] for u in ulohy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ČITATEĽNÝ KÓD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pocet_nesplnenych(ulohy):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 uloha["hotova"]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uloha in ulohy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Komentár pridávame tam, kde vysvetľuje dôvod alebo nečakané obmedzenie.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Konkrétne ošetrenie chráni očakávaný stav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SKRYTIE VŠETKÉHO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odstran_z_gui():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index = listbox.curselection()[0]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odstran_ulohu(ulohy, index)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EXPLICITNÝ STAV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odstran_z_gui():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vyber = listbox.curselection()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vyber: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odstran_ulohu(ulohy, vyber[0])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obnov_zobrazenie()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Žiadny výber je bežný stav používateľského rozhrania, nie neznáma chyba.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Malý diff opravuje presnú príčinu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pocitadlo.config(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text=f"Nesplnené: {len(ulohy)}"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pocitadlo.config(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text=(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f"Nesplnené: 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f"{pocet_nesplnenych(ulohy)}"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Refaktoring môže byť väčší, ale samotná oprava má zostať ľahko kontrolovateľná.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Opakovateľný workflow pri ďalšej chybe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reprodukcia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264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898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871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hypotéza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10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302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275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pozorovanie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5274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zlyhávajúci test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7967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71104" y="2834640"/>
            <a:ext cx="161544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083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malá oprava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64082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15144" y="2834640"/>
            <a:ext cx="161544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4872" y="306324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celá sada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Celá sada má desať testov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-v test_ulohy.py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test_neplatne_odstranenie_nemeni_data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test_neplatne_prepnutie_nemeni_data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test_odstrani_vybranu_ulohu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test_pocet_prazdny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test_pocet_vsetky_hotove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test_pocet_vsetky_nesplnene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test_pocet_zmiesany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test_prazdny_text_sa_ignoruje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test_prepnutie_v_oboch_smeroch ... ok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test_pridanie_oreze_text ... ok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10 tests in 0.001s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Skrátený verbose výstup ukazuje, ktoré správanie každý test chráni.</a:t>
            </a:r>
            <a:endParaRPr lang="en-US" sz="152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Čo táto sada dokazuje a čo nie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Dokazuje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pravidlá nad zoznamom úloh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cases pre text a index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regresiu pôvodného počítadla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Nedokazuje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že tlačidlo volá správny callback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že layout vyzerá správne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že aplikácia funguje na každom OS</a:t>
            </a:r>
            <a:endParaRPr lang="en-US" sz="16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Ktorý test odhalí túto chybu?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Funkcia ignoruje index a vždy odstráni prvú položku. Vyberte najsilnejší test.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PREDIKCIA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odstran_ulohu(ulohy, index):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0 &lt;= index &lt; len(ulohy):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 ulohy[0]  # bug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kontrola návratovej hodnoty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kontrola len(ulohy) == 1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odstráň index 1 a porovnaj presný zostávajúci list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6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04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bugu ku kvalitnejšiemu návrhu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Popíšte reprodukciu, expected a actual.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Skúmajte reálne dáta cez print, traceback alebo debugger.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napíšte test, ktorý reprodukuje chybu.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Oddeľte pravidlá nad dátami od GUI callbackov.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malej oprave spustite celú testovaciu sadu.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Testovanie, debugging a kvalita kódu</dc:title>
  <dc:subject>Programovanie v Pythone</dc:subject>
  <dc:creator>TUKE FEI</dc:creator>
  <cp:lastModifiedBy>TUKE FEI</cp:lastModifiedBy>
  <cp:revision>1</cp:revision>
  <dcterms:created xsi:type="dcterms:W3CDTF">2026-09-30T19:47:13Z</dcterms:created>
  <dcterms:modified xsi:type="dcterms:W3CDTF">2026-09-30T19:47:13Z</dcterms:modified>
</cp:coreProperties>
</file>