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Testovanie, debugging a kvalita kódu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Od náhodného skúšania k reprodukovateľnému overovaniu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Cieľ prednášky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napísať malý pytest test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rozpoznať edge case a regression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nájsť chybu cez traceback a debugger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použiť logging a nástroje Ruff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Funguje to u mňa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Manuálne skúšanie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zapamätáme si jeden vstup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chybu nevieme presne zopakovať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ďalšia zmena môže niečo pokaziť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Automatický test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vstup a očakávanie sú v kóde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spustíme ho kedykoľvek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zachytí regresiu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porovnáva dve hodnoty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vstup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funkcia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skutočný výsledok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očakávanie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pytest a malé testy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Testujeme správanie, nie implementačné detaily.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Prvý test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tests/test_discount.py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app.pricing import calculate_discount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test_discount_for_regular_price()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calculate_discount(100, 0.2) == 80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Názov testu opisuje správanie. assert porovnáva výsledok s očakávaním.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Spustenie testov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pytest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iba jeden súbor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pytest tests/test_discount.py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pytest nájde súbory a funkcie s vhodným názvom. Výstup ukáže presné miesto zlyhania.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Jeden príklad nestačí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bežný vstup ukáže hlavný use-case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hraničný vstup preverí nulové a prázdne hodnoty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neplatný vstup preverí validáciu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každý bug si zaslúži vlastný regression test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Parametrizácia podobných prípadov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pytest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@pytest.mark.parametrize(("price", "discount", "expected"), [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(100, 0.0, 100),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(100, 0.2, 80),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(50, 0.5, 25),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test_discount(price, discount, expected):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calculate_discount(price, discount) == expected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Parametrizácia odstráni duplicitu, ale každý riadok ostáva samostatný testovací prípad.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Testovanie výnimky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pytest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test_average_rejects_empty_values()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pytest.raises(ValueError):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average([])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Výnimka je súčasťou kontraktu funkcie, ak je neplatný vstup očakávaný.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Testovateľný návrh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Oddelenie logiky z Prednášky 03 má konkrétny dôvod.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Čo sa testuje ľahšie?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GUI callback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čítanie Entry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messagebox a Label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ťažšie nastaviť izolovane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Čistá funkcia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 → TextStats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bez okna a súboru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rýchly a presný test</a:t>
            </a:r>
            <a:endParaRPr lang="en-US" sz="1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 Analyzer bez GUI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analyze_text(text: str) -&gt; TextStats: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words = text.split()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TextStats(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lines=text.count("\n") + 1 if text else 0,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words=len(words),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characters=len(text),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Funkcia má jasný vstup a návratovú hodnotu. GUI ju iba zavolá.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Dočasný súbor cez tmp_path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test_save_report(tmp_path)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path = tmp_path / "report.txt"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save_report(path, "Done")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path.read_text(encoding="utf-8") == "Done"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nezapisuje do vášho Downloads ani do repozitára. pytest vytvorí izolovaný adresár.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Regression test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Najprv vytvoríme test, ktorý reprodukuje chybu. Až potom meníme implementáciu.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najprv zlyhá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oprava zmení implementáciu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potom chráni pred návratom chyby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Debugging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Nie hádanie. Získavanie dôkazu o stave programu.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Traceback čítajte od konca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 výnimky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správa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váš riadok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cesta k príčine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Breakpoint je otázka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akú hodnotu má premenná práve teraz?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ktorá vetva sa vykonala?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kto zavolal túto funkciu?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čo sa zmenilo od posledného kroku?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Logging namiesto náhodných printov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logging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logging.info("Processing %s files", len(files))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logging.warning("Unknown suffix: %s", path.suffix)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logging.error("Cannot read %s", path)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Logging má úrovne a dá sa zapnúť podľa potreby. Nezamieňajte ho s návratovou hodnotou alebo testom.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Kvalita kódu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Rôzne nástroje hľadajú rôzne problémy.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Nástroj a jeho otázka</a:t>
            </a:r>
            <a:endParaRPr lang="en-US" sz="2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47088"/>
          <a:ext cx="10899648" cy="352044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Nástroj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Otázka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Príklad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pytest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funguje správanie?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assert expected == actual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debugger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čo sa deje práve teraz?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breakpoint, variables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Ruff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je kód konzistentný?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ruff check .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type checker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sedia deklarované typy?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mypy alebo pyright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47088"/>
            <a:ext cx="10899648" cy="54864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93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Nástroj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615184" y="19933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Otázka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61504" y="19933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Príklad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Ruff v pracovnom cykle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ruff check .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ruff format .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pytest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Formatter, linter a testy sa dopĺňajú. Žiadny z nich nenahrádza ostatné.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Krátka ukážka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Od chyby v počítaní slov k regression testu.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reprodukovať chybu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napísať zlyhávajúci test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opraviť jednu funkciu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spustiť pytest a Ruff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Zhrnutie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je spustiteľný opis očakávaného správania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edge cases a regression testy chránia budúce zmeny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debugger a logging ukazujú stav, keď test nestačí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kvalita vzniká opakovateľným pracovným cyklom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Ďalej: Internet, HTTP a API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Ako bezpečne pracovať s dátami, ktoré nie sú na našom počítači.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Testovanie, debugging a kvalita kódu</dc:title>
  <dc:subject>Programovanie v Pythone</dc:subject>
  <dc:creator>TUKE FEI</dc:creator>
  <cp:lastModifiedBy>TUKE FEI</cp:lastModifiedBy>
  <cp:revision>1</cp:revision>
  <dcterms:created xsi:type="dcterms:W3CDTF">2026-09-15T18:50:50Z</dcterms:created>
  <dcterms:modified xsi:type="dcterms:W3CDTF">2026-09-15T18:50:50Z</dcterms:modified>
</cp:coreProperties>
</file>