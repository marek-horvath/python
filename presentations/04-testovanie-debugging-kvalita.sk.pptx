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Testovanie, debugging a kvalita kódu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bug reportu k opakovateľnému vývojovému workflow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 report: calculate_discount() niekedy vráti zápornú cenu.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Namiesto hádania najprv vytvoríme malý príklad, ktorý problém spoľahlivo zopakuje.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Najmenší reprodukovateľný príklad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print(calculate_discount(100, 1.2))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-19.999999999999996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 už nie je neurčitý. Vieme presne, aký vstup dáva nesprávny výsledok.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je spustiteľné tvrdenie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tests/test_pricing.py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test_discount_cannot_exceed_price()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1.2) &gt;= 0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zlyhá, kým bug existuje. Takýto failing test je začiatok opravy, nie zlyhanie procesu.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Opravujeme kontrakt, nie iba jeden vstup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cena nesmie byť záporná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 patrí do intervalu 0 až 1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neplatný vstup musí byť viditeľný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price &lt; 0: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ValueError("price must be non-negative")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0 &lt;= discount &lt;= 1: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ValueError("discount must be between 0 and 1")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spúšťa testy bez vlastného runnera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jeden súbor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tests/test_pricing.py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podrobnejší výstup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-v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Názov súboru a funkcie umožní pytestu test objaviť. Výstup ukáže rozdiel medzi actual a expected.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Testovacie prípady vychádzajú z hraníc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bežný vstup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hranica 0 /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neplatný vstup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 z minulosti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Parametrizácia pomenuje podobné prípady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1.0, 0),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test_discount(price: float, discount: float, expected: float) -&gt;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Parametrizácia odstraňuje duplicitu bez toho, aby skrývala jednotlivé scenáre.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Výnimka je tiež očakávané správanie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test_discount_rejects_invalid_percentage()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calculate_discount(100, 1.2)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neoveruje text správy, ak text nie je súčasť verejného API. Overuje význam kontraktu.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test zostáva po oprave v projekte.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Chráni presne ten prípad, ktorý už raz zlyhal, pred návratom pri ďalšej zmene.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Fixture pripraví opakovaný kontext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sa neopakuje v každom teste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fixture má opisovať dáta, nie testovací framework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malé testy ostávajú samostatné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 -&gt; list[Result]: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Result("Anna", "Python", 92),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Result("Peter", "Python", 67),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test_average(sample_results):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average(sample_results) == 79.5</a:t>
            </a:r>
            <a:endParaRPr lang="en-US" sz="15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tmp_path izoluje prácu so súborom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nezapisuje do Downloads ani do repozitára. pytest vytvorí vlastný dočasný adresár.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alebo debugger?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má program robiť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opakovateľný scenár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ochrana pred regresiou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robí práve teraz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hodnoty a vetvy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vyšetrovanie nejasného stavu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Traceback čítame od konca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výnimky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váš riadok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príčine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Breakpoint je konkrétna otázka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akú hodnotu má premenná?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ktorá vetva sa vykonala?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 zavolal túto funkciu?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zmenilo od posledného kroku?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Logging je diagnostika, nie náhodný print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records", len(records))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course: %s", course)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Úrovne logov umožnia zapnúť diagnostiku podľa potreby bez miešania s používateľským výstupom.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Nástroje odpovedajú na rozdielne otázky</a:t>
            </a:r>
            <a:endParaRPr lang="en-US" sz="2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Nástroj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formatter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 zápis konzistentný?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format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linter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 v kóde podozrivý vzor?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sedia deklarované typy?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funguje správanie?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python -m pytest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Vývojový cyklus po zmene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pyright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"Fix discount validation"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nástroj pokrýva inú chybu. Spolu vytvárajú krátky, opakovateľný pracovný cyklus.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Testovanie, debugging a kvalita kódu</dc:title>
  <dc:subject>Programovanie v Pythone</dc:subject>
  <dc:creator>TUKE FEI</dc:creator>
  <cp:lastModifiedBy>TUKE FEI</cp:lastModifiedBy>
  <cp:revision>1</cp:revision>
  <dcterms:created xsi:type="dcterms:W3CDTF">2026-09-15T21:19:54Z</dcterms:created>
  <dcterms:modified xsi:type="dcterms:W3CDTF">2026-09-15T21:19:54Z</dcterms:modified>
</cp:coreProperties>
</file>