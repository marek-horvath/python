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 in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file to data that survives the next program run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when CSV or JSON is no longer enough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an SQLite database through sqlite3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parameterized SQL and work with a transaction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what the SQLAlchemy ORM adds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or a database?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/ JSON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data storage and exchange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suitable for small, rarely changed 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processes the whole file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searching and changes through queries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 and rules between 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operations remain consistent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not only file size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primarily need a database when data changes frequently and its relationships must be protected.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one student's results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store a result for a non-existent course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several steps as one complete change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 database provides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and the first query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relational database stored in one file.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SQLite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available through sqlite3 in the Python standard library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does not need a separate database server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SQL principles transfer to larger databases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choice for a desktop tool, prototype or local application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 and cursor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sqlite3.connect("results.db")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connection.cursor()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cursor vykonáva SQL príkazy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cursor.execute("SELECT sqlite_version()")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print(cursor.fetchone())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results.db file is created on the first connection. A connection represents the database and a cursor executes queries.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schema is a data agreement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students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TEXT UNIQUE NOT NULL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courses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TEXT NOT NULL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table defines columns and their rules. Constraints catch an error closer to the data source.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constraints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Constraint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PRIMARY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unique identifier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NULL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value is required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UNIQUE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value must not repeat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email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FOREIGN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refers to an existing row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student_id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should the database reject?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students table has email UNIQUE. Which INSERT must fail?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students (name, email)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('Anna', 'anna@tuke.sk');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students (name, email)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('Peter', 'anna@tuke.sk');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parameterize INSERT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("Anna", "anna@tuke.sk")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students (name, email) VALUES (?, ?)",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 are not part of the SQL string. The driver sends them safely and handles quotes correctly.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interpolation is not an SQL API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Incorrect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f"... WHERE email = '{email}'"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changes the query structure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of SQL injection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email = 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 are separate parameters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for every user input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keeps a change together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Either all steps are saved or none of them are.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/ UPDATE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ROLLBACK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and rollback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cursor.execute(sql_one, values_one)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cursor.execute(sql_two, values_two)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connection.commit()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connection.rollback()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confirms the change. On an error, rollback prevents a partially saved state.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returns rows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name, email FROM students ORDER BY name"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email in cursor.fetchall():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{email}")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database can filter and sort. Python receives only the result it needs.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 and JOIN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tables separate data according to their meaning.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Results Database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name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student_id, course_id, points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title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 combines related rows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students.name, courses.title, results.points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students ON students.id = results.student_id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results.points &gt;= ?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results.points DESC;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contains references and points. JOIN adds student and course names without duplicating text in every row.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where does the course title belong?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do we not store the text 'Python' in every results row?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 1 ─── * results * ─── 1 courses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student_id, course_id, points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and an ORM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ORM does not turn a database into a Python list. It maps models to tables.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SQL or an ORM?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sqlite3 + SQL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see every query precisely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project or specific query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need manual mapping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ORM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classes describe a model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convenient work with objects and relationships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still need to understand SQL</a:t>
            </a:r>
            <a:endParaRPr lang="en-US" sz="1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in SQLAlchemy 2.x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 = mapped_column(unique=True)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 describes a table and attributes describe columns. The database still enforces rules and executes SQL.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session stores an object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create_engine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= create_engine("sqlite:///results.db")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Base.metadata.create_all(engine)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session.add(Student(name="Anna"))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session holds a unit of work with objects. commit still means the same thing: confirm a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query through select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statement = select(Student).where(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Student.name == "Anna"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 = session.scalar(statement)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print(student.name)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ORM API is a Pythonic interface, not a reason to stop thinking about filters, indexes and query count.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database boundary is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UI and HTTP handler validate input for the user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logic decides what should happen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database protects integrity through its own constraints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layer replaces the others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 empty file to a database with one result.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sqlite3.connect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TABLE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parameterized INSERT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with a parameter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handles queries, relationships and consistent changes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is a practical relational database for a Python application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parameters protect the query structure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ORM simplifies mapping, not database principles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Data Science in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we want answers from stored data, not only records.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Databases in Python</dc:title>
  <dc:subject>Programming in Python</dc:subject>
  <dc:creator>TUKE FEI</dc:creator>
  <cp:lastModifiedBy>TUKE FEI</cp:lastModifiedBy>
  <cp:revision>1</cp:revision>
  <dcterms:created xsi:type="dcterms:W3CDTF">2026-09-15T19:03:04Z</dcterms:created>
  <dcterms:modified xsi:type="dcterms:W3CDTF">2026-09-15T19:03:04Z</dcterms:modified>
</cp:coreProperties>
</file>