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Databases in Python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file storage to a relational database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JSON file is a good start, not a database system.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we need queries, partial updates, relationships, constraints and transactions, responsibility moves into the database.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File storage or database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/ CSV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easy storage and transfer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program often loads the whole file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are checked by application code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concurrent changes are a problem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queries over selected rows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relationships between tables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constraints enforced by the DB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several steps as one transaction</a:t>
            </a:r>
            <a:endParaRPr lang="en-US" sz="16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Reservation system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domain will carry us through modelling, SQL and ORM.</a:t>
            </a:r>
            <a:endParaRPr lang="en-US" sz="1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domain before tables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the things the application handles first. Only then write SQL.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interval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Relational model</a:t>
            </a:r>
            <a:endParaRPr lang="en-US" sz="2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Table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Columns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Role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rooms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id, name, capacity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what can be reserved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users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id, email, full_name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who reserves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reservations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id, room_id, user_id, starts_at, ends_at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relationship in time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schema expresses data rules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rooms (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TEXT NOT NULL UNIQUE,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capacity INTEGER NOT NULL CHECK (capacity &gt; 0)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reservations (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 INTEGER NOT NULL REFERENCES rooms(id),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 TEXT NOT NULL,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 TEXT NOT NULL,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ends_at TEXT NOT NULL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8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every rule belongs in Python. The DB itself should reject invalid or inconsistent data.</a:t>
            </a:r>
            <a:endParaRPr lang="en-US" sz="15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key and foreign key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Keys are not a formality. They identify a row and preserve relationships between tables.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key: stable row identity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foreign key: reference to an existing row elsewhere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UNIQUE: value must not repeat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CHECK: simple rule over a value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SQLite and SQL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 is a real relational database without a separate server.</a:t>
            </a:r>
            <a:endParaRPr lang="en-US" sz="1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Connection and context manager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sqlite3.connect("reservations.db") as connection: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connection.execute("PRAGMA foreign_keys = ON")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rows = connection.execute(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"SELECT id, name FROM rooms ORDER BY name"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).fetchall()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connection represents the database. The context manager commits on success and rolls back on exception.</a:t>
            </a:r>
            <a:endParaRPr lang="en-US" sz="1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INSERT must be parameterized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 INTO rooms (name, capacity)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 (?, ?)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("B-201", 24),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Placeholders protect the structure of the SQL query. Values remain values, not SQL syntax.</a:t>
            </a:r>
            <a:endParaRPr lang="en-US" sz="1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String interpolation is not an SQL API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f-string mixes query syntax and values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try to write escaping manually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parameters work for numbers, text and dates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zle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= f"SELECT * FROM users WHERE email = '{email}'"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connection.execute(sql)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správne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users WHERE email = ?",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(email,),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CRUD in one table</a:t>
            </a:r>
            <a:endParaRPr lang="en-US" sz="2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SQL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Create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INSERT INTO rooms ...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parameters, then commit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Read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SELECT ... WHERE id = 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DB filters, Python handles the result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Update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UPDATE rooms SET capacity = 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 the WHERE clause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DELETE FROM rooms WHERE id = 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constraints may reject deletion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Note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SELECT returns concrete columns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connection.execute(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id, name, capacity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rooms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WHERE capacity &gt;= ?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BY capacity DESC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(20,),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rooms = cursor.fetchall()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do not ask for a whole file. The database selects the rows and columns we need.</a:t>
            </a:r>
            <a:endParaRPr lang="en-US" sz="1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consistent change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reservation is not one isolated write.</a:t>
            </a:r>
            <a:endParaRPr lang="en-US" sz="1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transaction keeps steps together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6916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one step fails, the database must not end up half changed.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room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conflict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reservation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or rollback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transaction in sqlite3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sqlite3.connect("reservations.db") as connection: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connection.execute("PRAGMA foreign_keys = ON")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"INSERT INTO reservations (room_id, user_email, starts_at, ends_at) VALUES (?, ?, ?, ?)",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(room_id, email, starts_at, ends_at),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sqlite3.IntegrityError as error:</a:t>
            </a:r>
            <a:endParaRPr lang="en-US" sz="1270" dirty="0"/>
          </a:p>
          <a:p>
            <a:pPr algn="l" indent="0" marL="0">
              <a:buNone/>
            </a:pPr>
            <a:r>
              <a:rPr lang="en-US" sz="127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ValueError("reservation cannot be stored") from error</a:t>
            </a:r>
            <a:endParaRPr lang="en-US" sz="127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exception the context manager rolls back. Integrity was rejected by the database, not by a later report.</a:t>
            </a:r>
            <a:endParaRPr lang="en-US" sz="15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JOIN follows from relationships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r.id, rooms.name, r.user_email, r.starts_at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reservations AS r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rooms ON rooms.id = r.room_id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rooms.name = 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r.starts_at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 does not duplicate the room name in every reservation. It connects related rows while reading.</a:t>
            </a:r>
            <a:endParaRPr lang="en-US" sz="1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should the constraint live?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Room capacity must not be negative. Is validation in one form enough?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423160"/>
            <a:ext cx="7863840" cy="347472"/>
          </a:xfrm>
          <a:prstGeom prst="rect">
            <a:avLst/>
          </a:prstGeom>
          <a:solidFill>
            <a:srgbClr val="E7EEF4"/>
          </a:solidFill>
          <a:ln w="12700">
            <a:solidFill>
              <a:srgbClr val="E7EE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542032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896112" y="29718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 INTEGER NOT NULL CHECK (capacity &gt; 0)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915400" y="2834640"/>
            <a:ext cx="2011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76656" y="1298448"/>
            <a:ext cx="1554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2148840" cy="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ORM after SQL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749808" y="32004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ORM maps objects to tables. It does not replace database principles.</a:t>
            </a:r>
            <a:endParaRPr lang="en-US" sz="19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SQL or ORM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precise control over the query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 is easier to reason about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for reports and specific joins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manual mapping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ORM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domain models in Python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tracks object changes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relationships simplify navigation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hide expensive queries</a:t>
            </a:r>
            <a:endParaRPr lang="en-US" sz="16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Declarative model in SQLAlchemy 2.x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DeclarativeBase, Mapped, mapped_column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Base(DeclarativeBase):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Room(Base):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"rooms"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Mapped[str] = mapped_column(unique=True)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capacity: Mapped[int]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describes a table. The database still exists and still enforces its constraints.</a:t>
            </a:r>
            <a:endParaRPr lang="en-US" sz="17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relationship names the link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Reservation(Base):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"reservations"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Mapped[int] = mapped_column(ForeignKey("rooms.id"))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user_email: Mapped[str]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room: Mapped[Room] = relationship()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foreign key is a database rule. relationship is a convenient Python view of the same link.</a:t>
            </a:r>
            <a:endParaRPr lang="en-US" sz="17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Session and select()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select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Session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statement = select(Room).where(Room.capacity &gt;= 20)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rooms = session.scalars(statement).all()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SQLAlchemy 2.x uses select() and Session. It is still useful to know what SQL query this creates.</a:t>
            </a:r>
            <a:endParaRPr lang="en-US" sz="17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Writing an object through Session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 = Reservation(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room_id=room_id,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user_email=email,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session.add(reservation)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session.refresh(reservation)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is still the decisive moment. refresh loads values filled by the database, such as id.</a:t>
            </a:r>
            <a:endParaRPr lang="en-US" sz="17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26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database is a separate application boundary.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prepares a change request, the database enforces integrity and the transaction decides whether the whole change is stored.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Databases in Python</dc:title>
  <dc:subject>Programming in Python</dc:subject>
  <dc:creator>TUKE FEI</dc:creator>
  <cp:lastModifiedBy>TUKE FEI</cp:lastModifiedBy>
  <cp:revision>1</cp:revision>
  <dcterms:created xsi:type="dcterms:W3CDTF">2026-09-15T21:51:34Z</dcterms:created>
  <dcterms:modified xsi:type="dcterms:W3CDTF">2026-09-15T21:51:34Z</dcterms:modified>
</cp:coreProperties>
</file>