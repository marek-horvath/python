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Databases in Python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Needs Data After the Next Run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lives only while the program is running. If an application records users, results, orders or settings, it needs reliable persistence.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CSV and JSON are useful for data exchange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database is better for frequent searching and changes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consistency should not depend only on programmer discipline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File and a Database Solve Different Problems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/ JSON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simple import or export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easy-to-read format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weaker support for relationships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changes are often handled by the whole program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queries over many rows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relationships between tables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constraints and transactions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efficient partial updates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JSON Still Enough?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20,000 student results. We need to filter by course, change points, compute averages and prevent duplicates. Where does a database become the more reasonable choice?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Has Structure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SQLite: a Database in One File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a relational database without a separate server. A Python program can work with a file such as course_results.db.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for teaching, prototypes and smaller applications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uses SQL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available in Python through the sqlite3 module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Mental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program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course_results.db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we will see SQL directly.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to a Database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connection.cursor()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connect() opens a database file. If it does not exist, SQLite creates it.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Schema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students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TEXT UNIQUE NOT NULL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defines columns, data types and rules that the database should enforce.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SQL from Python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create_schema.py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connection.execute("""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 TABLE IF NOT EXISTS students 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id INTEGER PRIMARY KEY,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 TEXT NOT NULL,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email TEXT UNIQUE NOT NULL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Adds a Row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students (name, email)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(?, ?)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("Anna", "anna@example.com"),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values as parameters, not by concatenating an SQL string.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F-String Does Not Belong in SQL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fragile and unsafe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"Anna"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f"SELECT * FROM students WHERE name = '{name}'"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"Anna"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students WHERE name = ?",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(name,),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Builds the SQL?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user input is inserted directly into an SQL string, does it remain only a value, or can it change the structure of the query?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Reads Rows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select_students.py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name, email FROM students ORDER BY name"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cursor: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query result can be loaded at once or iterated over.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`fetchone()` Can Return `None`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 FROM students WHERE email = ?",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("anna@example.com",),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).fetchone()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row is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print("Student does not exist")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print(row[1])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Row Does Not Have to Be Only a Tuple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row_factory.py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connection.row_factory = sqlite3.Row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name, email FROM students WHERE id = ?",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(1,),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).fetchone()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print(row["name"])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sqlite3.Row allows access to columns by name.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Is Vocabulary for Basic Operations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Belong in SELECT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query_results.py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 = "Python"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minimum_points = 50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student_name, points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results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 course = ? AND points &gt;= ?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points DESC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(course, minimum_points),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).fetchall()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Confirms a Change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/ UPDATE / DELETE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change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commit()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in database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`commit()` Is Missing?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 runs INSERT and then closes the connection. Why might the new row not be stored in the database?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Cancels an Unfinished Change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series of database changes fails in the middle, rollback() returns the database to the consistent state before the transaction.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inserting a student and their result is one logical operation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half-saved operation is often worse than no operation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transaction gives the operation an all-or-nothing property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as a Context Manager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with_connection.py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sqlite3.connect("course_results.db") as connection: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"INSERT INTO students (name, email) VALUES (?, ?)",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("Anna", "anna@example.com"),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commits the transaction on success and rolls it back on error.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All-or-Nothing in Practice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sqlite3.connect("course_results.db") as connection: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connection.execute("INSERT INTO students (name) VALUES (?)", ("Anna",))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results (student_id, points) VALUES (?, ?)",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(1, 92),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sqlite3.Error as error: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print(f"Database error: {error}")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Database Can Enforce Rules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Constraint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 in an application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 identity of a row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NULL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value must exist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email is not repeated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points are in an allowed range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FOREIGN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result belongs to an existing student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Should the Check Live?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email must be unique, is a check in Python code enough, or should the database know the rule too?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 Between Tables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Result References Both a Student and a Course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results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course_id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FOREIGN KEY (student_id) REFERENCES students(id),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FOREIGN KEY (course_id) REFERENCES courses(id)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Combines Multiple Tables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students.name, courses.title, results.points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students ON students.id = results.student_id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courses.title = 'Python'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results.points DESC;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Errors Are Expected Situations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duplicate value in a UNIQUE column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invalid foreign key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corrupted or locked database file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missing table or column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application has no write permission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an Error Specifically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integrity_error.py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"INSERT INTO students (email) VALUES (?)",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("anna@example.com",),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connection.commit()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sqlite3.IntegrityError: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print("This email already exists in the database")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object layer over a relational database.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ORM Does Not Remove SQL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ORM maps tables to Python objects and generates SQL. It is still useful to understand which queries the application runs.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 manual mapping from rows to objects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convenient work with common CRUD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of unclear performance if we ignore SQL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as a Python Class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Mapped[str] = mapped_column(unique=True)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Defines the Database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create_engine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= create_engine(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"sqlite:///course_results.db",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echo=False,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Can Create the Schema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database import engine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models import Base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Base.metadata.create_all(engine)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projects use migrations. Here it is enough to show the basic mechanism.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Is a Unit of Work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loads objects, tracks changes and writes them to the database on commit().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similar logical role as a transaction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work with objects instead of tuple rows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commit is still an explicit decision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Inserting an Object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Student(name="Anna", email="anna@example.com")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in SQLAlchemy 2.x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statement = select(Student).where(Student.email == "anna@example.com")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 = session.scalars(statement).all()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student in students: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print(student.name)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Relationship Can Be Object-Based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"results"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student_id: Mapped[int] = mapped_column(ForeignKey("students.id"))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Mapped[int]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Mapped[Student] = relationship()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SQL or ORM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see the query precisely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excellent for reporting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good for complex aggregations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manual mapping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work with objects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 repeated CRUD code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easier model refactoring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still need to understand generated SQL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Minimal Database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course_results.db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a table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insert a row with parameters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 rows with SELECT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show an error on a duplicate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Take Away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database is useful for structured data, queries and consistency.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SQLite is enough for many smaller Python applications.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Parameterized queries are a basic security habit.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Transactions protect data from half-finished changes.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SQLAlchemy simplifies working with objects, but SQL does not disappear.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database can store and search data. The next topic is processing, aggregation and visualization of data in Python.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Databases in Python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