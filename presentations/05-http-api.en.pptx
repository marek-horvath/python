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68580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1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49808" y="2148840"/>
            <a:ext cx="978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Internet, HTTP and APIs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86384" y="3310128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journey of one HTTP request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49808" y="5193792"/>
            <a:ext cx="2560320" cy="118872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5046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TUKE FEI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927080" y="6254496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49808" y="1554480"/>
            <a:ext cx="10424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Python application needs data from a remote service.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768096" y="3456432"/>
            <a:ext cx="1417320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3913632"/>
            <a:ext cx="8869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this point on, the program does not only read local files. It becomes a client of a service with its own rules, errors, limits and documentation.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journey of one request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94944" y="169164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 is not a magic library. It is a text protocol between a client and a server.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94944" y="2834640"/>
            <a:ext cx="1984248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3063240"/>
            <a:ext cx="1764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 client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2633472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07792" y="2834640"/>
            <a:ext cx="1984248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17520" y="3063240"/>
            <a:ext cx="1764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 request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4846320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20640" y="2834640"/>
            <a:ext cx="1984248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30368" y="3063240"/>
            <a:ext cx="1764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server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7059168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33488" y="2834640"/>
            <a:ext cx="1984248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43216" y="3063240"/>
            <a:ext cx="1764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 response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9272016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546336" y="2834640"/>
            <a:ext cx="1984248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656064" y="3063240"/>
            <a:ext cx="1764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 data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URL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address says where the request goes and what it asks for.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URL is read as named parts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783080"/>
            <a:ext cx="10899648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1984248"/>
            <a:ext cx="996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url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96112" y="2395728"/>
            <a:ext cx="9893808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https://api.open-meteo.com/v1/forecast?latitude=48.72&amp;longitude=21.26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└─┬─┘   └───────────────┬──────────────┘ └────┬────┘ └─────────────┬─────────────┘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scheme                 host                  path                 query</a:t>
            </a:r>
            <a:endParaRPr lang="en-US" sz="1750" dirty="0"/>
          </a:p>
          <a:p>
            <a:pPr algn="l" indent="0" marL="0">
              <a:buNone/>
            </a:pP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scheme: https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host:   api.open-meteo.com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path:   /v1/forecast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query:  latitude=48.72, longitude=21.26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768096" y="6053328"/>
            <a:ext cx="9921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query string is part of the URL, but Python code should not concatenate values into it manually.</a:t>
            </a:r>
            <a:endParaRPr lang="en-US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Request and response have different roles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13232" y="1874520"/>
            <a:ext cx="5010912" cy="109728"/>
          </a:xfrm>
          <a:prstGeom prst="rect">
            <a:avLst/>
          </a:prstGeom>
          <a:solidFill>
            <a:srgbClr val="167C80"/>
          </a:solidFill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 request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68096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method: what the client wants to do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URL: which resource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headers: metadata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body: data for POST/PATCH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6373368" y="1874520"/>
            <a:ext cx="5010912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 response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28232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status code: result at the HTTP level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headers: response metadata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body: data or error representation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format: often JSON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 methods over one resource</a:t>
            </a:r>
            <a:endParaRPr lang="en-US" sz="2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847088"/>
          <a:ext cx="10899648" cy="3520440"/>
        </p:xfrm>
        <a:graphic>
          <a:graphicData uri="http://schemas.openxmlformats.org/drawingml/2006/table">
            <a:tbl>
              <a:tblPr/>
              <a:tblGrid>
                <a:gridCol w="1828800"/>
                <a:gridCol w="4846320"/>
                <a:gridCol w="4224528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Method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Operation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Example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GET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read a representation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GET /reservations/42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POST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create a record or submit an action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POST /reservations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PUT / PATCH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replace or partially update a record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PATCH /reservations/42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DELETE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delete a record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DELETE /reservations/42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58368" y="1847088"/>
            <a:ext cx="10899648" cy="54864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99339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Method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2615184" y="1993392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Operation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61504" y="199339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status code is not a text message</a:t>
            </a:r>
            <a:endParaRPr lang="en-US" sz="2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847088"/>
          <a:ext cx="10899648" cy="3520440"/>
        </p:xfrm>
        <a:graphic>
          <a:graphicData uri="http://schemas.openxmlformats.org/drawingml/2006/table">
            <a:tbl>
              <a:tblPr/>
              <a:tblGrid>
                <a:gridCol w="1828800"/>
                <a:gridCol w="4846320"/>
                <a:gridCol w="4224528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Code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Meaning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Typical client response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200 / 201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the request succeeded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process the body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400 / 422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invalid request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fix parameters or body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401 / 403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authentication or authorization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check token and permissions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404 / 500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missing resource or server failure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show an error, maybe retry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58368" y="1847088"/>
            <a:ext cx="10899648" cy="54864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99339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2615184" y="1993392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Meaning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61504" y="199339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Typical client response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HTTPX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 code adds request parts step by step.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first GET request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httpx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url = "https://api.github.com/repos/python/cpython"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 = httpx.get(url, timeout=5.0)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print(response.status_code)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print(response.headers["content-type"])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 status and response format first. Only then assume the body contains the expected JSON data.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Query parameters through params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endpoint = "https://api.open-meteo.com/v1/forecast"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params = {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"latitude": 48.7164,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"longitude": 21.2611,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"current": "temperature_2m,wind_speed_10m",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 = httpx.get(endpoint, params=params, timeout=5.0)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HTTPX encodes values correctly. The code shows parameter meaning, not URL assembly mechanics.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Headers carry request metadata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headers = {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"Accept": "application/json",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"User-Agent": "python-course-example/1.0",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 = httpx.get(url, headers=headers, timeout=5.0)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header is not the place for ordinary filters. Filters belong in query params or the body according to the API documentation.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JSON body when creating a resource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payload = {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"room_id": 4,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"date": "2026-10-03",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"starts_at": "10:00",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 = httpx.post(url, json=payload, timeout=5.0)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json= parameter sets the body and Content-Type. The data= parameter would mean a different kind of payload.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JSON response is input for later Python code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response.raise_for_status()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= response.json()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current = data["current"]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temperature = current["temperature_2m"]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wind = current["wind_speed_10m"]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print(f"{temperature} °C, vietor {wind} km/h")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not show the whole JSON to a user. Select the fields that matter for the application.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Error model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HTTP error and a transport error are not the same situation.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Server responded vs. no response was received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13232" y="1874520"/>
            <a:ext cx="5010912" cy="109728"/>
          </a:xfrm>
          <a:prstGeom prst="rect">
            <a:avLst/>
          </a:prstGeom>
          <a:solidFill>
            <a:srgbClr val="167C80"/>
          </a:solidFill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HTTPStatusError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68096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server sent a response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status is 4xx or 5xx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headers and possible error body exist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example: 404 Not Found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6373368" y="1874520"/>
            <a:ext cx="5010912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RequestError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28232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DNS, connection, TLS or waiting failed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server may not have responded at all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there may be no response object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example: timeout</a:t>
            </a:r>
            <a:endParaRPr lang="en-US" sz="16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raise_for_status() separates the success path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response = httpx.get(url, timeout=5.0)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response.raise_for_status()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 httpx.HTTPStatusError as error: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print(f"HTTP {error.response.status_code}")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 httpx.RequestError as error: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print(f"Request zlyhal: {error}")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data = response.json()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unsuccessful HTTP status is not the same as a connection exception. In practice we often communicate them differently.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timeout is part of the client contract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85800" y="1719072"/>
            <a:ext cx="9966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Without a timeout, a CLI, GUI or backend may wait too long for a network it does not control.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68680" y="248716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short timeout for an interactive tool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higher timeout for a slower batch import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retry only operations that are safe to repeat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error message should say whether the user or service can act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Repeated requests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multiple calls, keep the client, configuration and limits under control.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httpx.Client shares settings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httpx.Client(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base_url="https://api.example.com/v1",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timeout=5.0,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headers={"Accept": "application/json"},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as client: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response = client.get("/reservations", params={"room": 4})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response.raise_for_status()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Client is useful when the same application calls several endpoints of the same service.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API key through the environment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os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api_key = os.getenv("RESERVATION_API_KEY")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not api_key: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raise RuntimeError("RESERVATION_API_KEY nie je nastavený")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headers = {"Authorization": f"Bearer {api_key}"}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key does not belong in source code or on a slide with a real value. At most, commit the variable name.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API documentation as working input</a:t>
            </a:r>
            <a:endParaRPr lang="en-US" sz="29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847088"/>
          <a:ext cx="10899648" cy="3520440"/>
        </p:xfrm>
        <a:graphic>
          <a:graphicData uri="http://schemas.openxmlformats.org/drawingml/2006/table">
            <a:tbl>
              <a:tblPr/>
              <a:tblGrid>
                <a:gridCol w="1828800"/>
                <a:gridCol w="4846320"/>
                <a:gridCol w="4224528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Docs part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Question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What becomes code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endpoint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where do I send the request?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base_url + path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method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what operation is allowed?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get/post/patch/delete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parameters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what filters and options exist?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params or JSON body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response schema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what comes back?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validation and parsing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58368" y="1847088"/>
            <a:ext cx="10899648" cy="54864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99339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Docs part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2615184" y="1993392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Question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61504" y="199339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becomes code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Pagination starts with the response shape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783080"/>
            <a:ext cx="10899648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1984248"/>
            <a:ext cx="996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96112" y="2395728"/>
            <a:ext cx="9893808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"items": [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{"id": 41, "room": "B-201"},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{"id": 42, "room": "B-202"}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],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"next_cursor": "eyJwYWdlIjoyfQ"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768096" y="6053328"/>
            <a:ext cx="9921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Some APIs paginate by page number, others by cursor or a Link header. The mechanism is defined by the documentation.</a:t>
            </a:r>
            <a:endParaRPr lang="en-US" sz="15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Cursor pagination in a loop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cursor = None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 True: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response = client.get("/reservations", params={"cursor": cursor})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response.raise_for_status()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page = response.json()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item in page["items"]: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process(item)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cursor = page.get("next_cursor")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cursor is None: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break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loop has a clear end condition. Infinite retry or unbounded requests are not a client strategy.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small API client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 the end we do not want scattered requests, but a small application boundary.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representation of API data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dataclasses import dataclass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@dataclass(frozen=True)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Reservation: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id: int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room: str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starts_at: str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parse_reservation(item: dict) -&gt; Reservation: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Reservation(item["id"], item["room"], item["starts_at"])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the HTTP request and data translation separate. The rest of the application does not need to know the whole JSON.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client function returns domain data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783080"/>
            <a:ext cx="10899648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1984248"/>
            <a:ext cx="996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96112" y="2395728"/>
            <a:ext cx="9893808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list_reservations(client: httpx.Client, room: str) -&gt; list[Reservation]: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response = client.get("/reservations", params={"room": room})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response.raise_for_status()</a:t>
            </a:r>
            <a:endParaRPr lang="en-US" sz="1750" dirty="0"/>
          </a:p>
          <a:p>
            <a:pPr algn="l" indent="0" marL="0">
              <a:buNone/>
            </a:pP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payload = response.json()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[parse_reservation(item) for item in payload["items"]]</a:t>
            </a:r>
            <a:endParaRPr lang="en-US" sz="1750" dirty="0"/>
          </a:p>
          <a:p>
            <a:pPr algn="l" indent="0" marL="0">
              <a:buNone/>
            </a:pP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httpx.Client(base_url=base_url, timeout=5.0, headers=headers) as client: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reservations = list_reservations(client, "B-201")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768096" y="6053328"/>
            <a:ext cx="9921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is still a small script, not a framework. The important part is that the network boundary is named and testable.</a:t>
            </a:r>
            <a:endParaRPr lang="en-US" sz="15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49808" y="1554480"/>
            <a:ext cx="10424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API client is the boundary between an external system and your code.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768096" y="3456432"/>
            <a:ext cx="1417320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3913632"/>
            <a:ext cx="8869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Timeouts, status handling, authentication, parsing, limits and understandable errors belong at that boundary.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Technická univerzita v Košiciach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Internet, HTTP and APIs</dc:title>
  <dc:subject>Programming in Python</dc:subject>
  <dc:creator>TUKE FEI</dc:creator>
  <cp:lastModifiedBy>TUKE FEI</cp:lastModifiedBy>
  <cp:revision>1</cp:revision>
  <dcterms:created xsi:type="dcterms:W3CDTF">2026-09-15T21:39:09Z</dcterms:created>
  <dcterms:modified xsi:type="dcterms:W3CDTF">2026-09-15T21:39:09Z</dcterms:modified>
</cp:coreProperties>
</file>