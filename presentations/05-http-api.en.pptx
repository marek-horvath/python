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HTTP and APIs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 program as a client of Internet services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request/response model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 URL and basic API documentation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an API through HTTPX and process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 status codes, timeouts, errors and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no longer has to be local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previous weeks, a program read files. Now a database or service can be on another computer.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 given coordinates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status or public data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application communicating with a backend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and server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 program sends a request, the server processes its rules and returns a response.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as an agreement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protocol defines how requests and responses are expressed.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URL has multiple parts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part of an address defines a different aspect of the request.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api.example.com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/v1/weather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?city=Kosice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a request contain?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and params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 when needed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methods express intent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Typical intent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 a resource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task 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 or submit data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new task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change existing data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 updated profile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a resource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deleting a task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intent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status code is an HTTP-level result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2xx: the request succeeded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3xx: redirection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4xx: a problem in the request or authorisation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5xx: a server-side problem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is a client error?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result most likely means a token is missing or invalid?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 Not Found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Unauthorized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Internal Server Error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API client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gives Python a readable interface to HTTP.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Installing HTTPX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is not part of the standard library. It belongs in the project dependencies.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GET request and response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"https://api.github.com/repos/python/cpython",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verify what the server returned. Status code and content type are important initial information.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ignore an HTTP error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print(data["full_name"])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raise_for_status() turns a 4xx or 5xx response into an exception. The following code works only with a successful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input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Params, headers and a body have different roles.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 without assembling a string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manually concatenate values into a URL. The library encodes them correctly and the code remains readable.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params or a JSON body?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part of the URL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filtering, pagination, searching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with GET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body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request content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new or changed object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with POST or PATCH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Sending JSON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"title": "Dokončiť report",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"done": False,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json= parameter sets a JSON body and a suitable Content-Type. Do not confuse it with data=.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and configuration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"Authorization": f"Bearer {api_key}",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url, headers=headers, timeout=5.0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carry metadata: response format, client identity or authentication.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JSON response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know JSON from files. Now it arrived through the network.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response to a Python object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response.json()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 / list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own model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only the data you need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wind_speed = current["wind_speed_10m"]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print(f"Teplota: {temperature} °C")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print(f"Vietor: {wind_speed} km/h")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print the whole JSON for a user. Translate it into a small, understandable output.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documentation is part of the solution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and HTTP method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and optional parameters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successful response and error formats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authentication, limits and examples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where does a filter belong?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want a task list, but only tasks with done=false. What is the natural approach?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/tasks?done=false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alebo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/tasks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{"done": false}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reliable client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network can be slow, unavailable or return an error.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with timeout and errors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fetch_json(url: str) -&gt; dict: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httpx.TimeoutException: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RuntimeError("Server neodpovedal včas")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httpx.HTTPStatusError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RuntimeError(f"HTTP {error.response.status_code}")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httpx.RequestError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RuntimeError(f"Problém so sieťou: {error}") from error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response.json()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distinguish a timeout, HTTP error and connection problem. The caller receives an understandable error.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timeout is not an optional detail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 timeout, a program may wait for the network for an unreasonable time.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timeout protects both CLI and GUI from waiting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does not mean the server failed forever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 the user what they can try next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API key does not belong in source code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os.getenv("WEATHER_API_KEY")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RuntimeError("WEATHER_API_KEY nie je nastavený")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value belongs in the environment or a local .env file, not in a commit. Only .env.example belongs in the repository.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limits and pagination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API can limit the number of requests over time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list is often split into pages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exact mechanism is defined by the specific API documentation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repeated requests deliberately, not in an unbounded loop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pagination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 = 1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params={"page": page})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items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items: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process(items)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+= 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only one possible model. Some APIs use a cursor or Link header rather than a page number.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or scraping?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service provides an API, start with its documented interface.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ways to obtain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more stable data structure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rules and limits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dependency on HTML layout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needed when an API does not exist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read HTML intended primarily for people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page change can break a parser</a:t>
            </a:r>
            <a:endParaRPr lang="en-US" sz="16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 empty file to a small Weather CLI.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params for Košice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 a GET through HTTPX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status and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 temperature and wind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a timeout and error handling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HTTP request names a method, URL, headers and optional body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+ raise_for_status() + timeout is a good client foundation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translate a JSON response into your own data and output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documentation determines what a valid request is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Databases in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store your own data so it remains available after the program ends.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and APIs</dc:title>
  <dc:subject>Programming in Python</dc:subject>
  <dc:creator>TUKE FEI</dc:creator>
  <cp:lastModifiedBy>TUKE FEI</cp:lastModifiedBy>
  <cp:revision>1</cp:revision>
  <dcterms:created xsi:type="dcterms:W3CDTF">2026-09-15T18:58:34Z</dcterms:created>
  <dcterms:modified xsi:type="dcterms:W3CDTF">2026-09-15T18:58:34Z</dcterms:modified>
</cp:coreProperties>
</file>