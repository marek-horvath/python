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Internet, HTTP and APIs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Can Work with Data Outside the Computer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Python application can act as a service client: it sends a request, receives a response and converts the response into ordinary Python data.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 from scripting is now read as an API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exceptions and testing from last week help with network failures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program must behave reasonably even when the service does not respond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- Request - Server -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client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response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object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the Client?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a Python script that calls a public API. Is the client the browser, the terminal, or our program?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URL, method, headers and body form the contract between client and server.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URL Has Structure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we communicate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api.example.com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we connect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/users/42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resource we request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?active=true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 parameters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Request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Practical 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operation: read, create, update, delete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address of the resource or endpoint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 metadata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sent to the server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the client is willing to wait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Response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Practical 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code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of the request at the HTTP level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 metadata, for example content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actual data, often 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to interpret text content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Methods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data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 not change server state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 or submit data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generally idempotent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replace a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typically idempotent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modify part of a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depends on the API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 a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typically an idempotent effect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Idempotency Is a Property of Repeated Calls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operation is idempotent if repeating the same call does not have an additional different effect compared with one call.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GET should not change state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repeated POST may create a duplicate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retry logic depends on the method and the specific API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Code Families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request was processed successfully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redirection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client sent an invalid or unauthorized request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server failed to process the request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 You Will See Often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codes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 Created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Bad Request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Unauthorized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403 Forbidden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 Not Found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409 Conflict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429 Too Many Requests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Internal Server Error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404 Mean?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a network failure, a server crash, or a server response to a specific URL?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as Data Representation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often does not send a Python object, but text serialized as JSON.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Response and Python Dict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body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"city": 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"temperature": 22.4,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"wind_speed": 11.2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"city": 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"temperature": 22.4,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"wind_speed": 11.2,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print(data["temperature"])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Serialization Converts an Object into a Transfer Format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processes and systems, we do not send Python objects directly. We send text or bytes in an agreed format.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 is readable and widely supported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types are mapped between ecosystems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after receiving a response, we still validate that it has the expected shape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library for HTTP clients in Python.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GET Request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first_request.py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httpx.get("https://api.github.com/users/octocat")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print(response.json()["login"])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httpx.get() returns a response object, not just text.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Object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Property/method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status_code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numeric HTTP 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 metadata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as 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as bytes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json()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body as Python data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raise_for_status()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for 4xx or 5xx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Build Query Parameters by Hand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fragile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"https://api.example.com/search"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"?city=Kosice&amp;units=metric"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"city": 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"units": "metric",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params=params)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Filter Belong?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want to load only active users: query parameter or JSON body?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 Carry Metadata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"Authorization": f"Bearer {api_key}",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headers=headers)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 often define the format, authorization or client identity.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with JSON Body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"Anna",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"points": 92,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json=payload sets both the body and an appropriate content type.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and Timeouts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networked program must expect things outside itself to fail.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Response First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optimistic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print(data["temperature"])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careful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print(data["temperature"])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Should the Program Wait?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is not responding. Without a timeout, the program may hang longer than is acceptable for the user or batch job.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Error and Network Error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404 / 500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server responded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have a status code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handle the API response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may be able to read an error body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/ timeout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response may not exist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DNS, connection, TLS, timeout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status code may not be available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handle transport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Catching HTTPX Errors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timeout=5.0)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httpx.HTTPStatusError as 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print(f"HTTP error: {error.response.status_code}")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httpx.RequestError as 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print(f"Transport error: {error}")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Key Does Not Belong in Source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"secret-token"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print("API_KEY is not set")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429 Too Many Requests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may limit the number of requests. A client should read the documentation, respect limits and avoid sending an infinite loop of requests.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quota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rate limit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retry later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backoff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 where it makes sense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`httpx.Client` for Multiple Requests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base_url="https://api.example.com",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headers={"Accept": "application/json"},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client: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 = client.get("/users/octocat")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repos = client.get("/users/octocat/repos")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client keeps shared configuration and can handle repeated requests more efficiently.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Example: Weather CLI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API client that loads data, processes JSON and prints a report.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CLI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or coordinates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report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Object Instead of Raw Dict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str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temperature: float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wind_speed: float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with Parameters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"https://api.open-meteo.com/v1/forecast"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"current_weather": True,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params=params, timeout=5.0)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the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parse_weather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parse_weather(data: dict) -&gt; Weather: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 = data["current_weather"]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Weather(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city="Kosice",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temperature=current["temperature"],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wind_speed=current["windspeed"],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is a separate function. The HTTP request and data transformation are not the same step.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Errors and Parsing Together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fetch_weather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fetch_weather() -&gt; Weather | None: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httpx.get(url, params=params, timeout=5.0)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response.raise_for_status()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httpx.HTTPError as error: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print(f"Could not load data: {error}")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parse_weather(response.json())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as a Contract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writing a client, read the documentation instead of only trying URLs.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When Reading API Documentation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authentication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 example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example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 limits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Briefly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Practical 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thing we work with: users, repos, orders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data, often 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 on the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stateless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request carries the necessary context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Pagination Means Multiple Requests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 = 1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params={"page": page})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response.json()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data["items"]: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+= 1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or Scraping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structured data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for programs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documented parameters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stable contract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page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for a browser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primarily for humans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layout can change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parser is more fragile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Teaser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AsyncClient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fetch_json(url: str) -&gt; dict: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httpx.AsyncClient(timeout=5.0) as client: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await client.get(url)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response.raise_for_status()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response.json()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async model is useful when a program waits for multiple independent I/O operations.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Small API Client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httpx.get()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query params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code and headers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response.json()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raise_for_status()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 and try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API to Persistence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and APIs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