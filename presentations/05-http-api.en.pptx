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Internet, HTTP and APIs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Košice, Slovakia · 2026-10-01 15:00 · 22.8 °C · wind 9.7 km/h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our program will do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INPUT AND OUTPUT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City: Košice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Košice, Slovakia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time: 2026-10-01 15:00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22.8 °C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Wind: 9.7 km/h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first finds city coordinates and then calls a second API with them. Slide data was captured on 1 October 2026.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is the data?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file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lives on our disk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opened by pathlib or open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is controlled by our computer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service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 another server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must be requested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also depends on network and service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internet and the web are not synonyms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infrastructure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devices and networks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carries many kinds of services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service over the internet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URLs and HTTP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pages and web APIs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Python script is the client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script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request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 server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response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data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when opening an address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resolves the server address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for HTTPS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request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response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URL has named parts</a:t>
            </a:r>
            <a:endParaRPr lang="en-US" sz="2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scheme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communication scheme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geocoding-api.open-meteo.com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server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/v1/search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interface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query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?name=Kosice&amp;count=3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 parameters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Parameters change a request to the same endpoint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/v1/search?name=Kosice&amp;count=3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BRATISLAVA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/v1/search?name=Bratislava&amp;count=3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host and path stay the same. The name query parameter changes.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assemble a URL manually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FRAGILE STRING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"Spišská Nová Ves"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API + "?name=" + city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spaces and diacritics need encoding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{"name": city, "count": 3}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API, params=params, timeout=10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library builds the query string and encodes values correctly.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HTTP request has a method, target and headers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SIMPLIFIED REQUEST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/v1/search?name=Kosice&amp;count=3&amp;language=en HTTP/1.1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geocoding-api.open-meteo.com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*/*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python-requests/2.x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learns the operation, endpoint, parameters and client metadata from the request.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HTTP response separates status, headers and body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RESPONSE · EXCERPT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application/json; charset=utf-8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Content-Encoding: gzip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"results":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"Košice", "latitude": 48.71441, ...}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ellipsis marks omitted content; this is not the complete response body.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status code is the HTTP-level result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codes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 OK                 successful request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Bad Request        request 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 Unauthorized       authentication missing or invalid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 Not Found          resource not found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  Too Many Requests  request limit exceeded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 Server Error       server failed while processing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HTTP error is a valid server response, not automatically a connection failure.</a:t>
            </a:r>
            <a:endParaRPr lang="en-US" sz="1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header describes the body format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text/html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contains HTML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renders a page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is primarily for a human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application/json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contains JSON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parses it into objects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have named meaning</a:t>
            </a:r>
            <a:endParaRPr lang="en-US" sz="1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web page and an API serve different clients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page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by a human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contains navigation and presentation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renders HTML and CSS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by a program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structured data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is described by documentation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requests is an external library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/ 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requests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it into the environment that runs the script. It is not part of the standard library.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GET request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"https://geocoding-api.open-meteo.com/v1/search"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timeout=10)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print(response.status_code)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responded, but required parameter name is missing. The connection worked; the request did not.</a:t>
            </a:r>
            <a:endParaRPr lang="en-US" sz="1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response object exposes several views</a:t>
            </a:r>
            <a:endParaRPr lang="en-US" sz="2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response.status_code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 result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response.headers["Content-Type"]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application/json; charset=utf-8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body format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response.text[:32]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{"results":[{"id":724443,...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body as text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value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timeout bounds network waiting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timeout, requests may wait a very long time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timeout=10 applies to connect and read timeouts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 a total wall-clock limit for the script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params=params,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timeout=10,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waiting takes too long: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requests.exceptions.Timeout</a:t>
            </a:r>
            <a:endParaRPr lang="en-US" sz="15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 parameters through params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"Košice",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"count": 3,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"language": "en",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params=params, timeout=10)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print(response.url)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.../v1/search?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name=Ko%C5%A1ice&amp;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count=3&amp;language=en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response.url shows the actual encoded address of the sent request.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successful connection does not imply a successful request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/ 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 params={"name": "Košice", "count": 0}, timeout=10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print(response.status_code)  # 400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print(response.text)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{"error":true,"reason":"Parameter count must be between 1 and 100."}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requests.exceptions.HTTPError: 400 Client 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raise_for_status() turns an HTTP 4xx or 5xx response into a visible exception.</a:t>
            </a:r>
            <a:endParaRPr lang="en-US" sz="15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first script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geocoding.py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"https://geocoding-api.open-meteo.com/v1/search"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{"name": "Košice", "count": 3, "language": "en"}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params=params, timeout=10)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print(response.text[:160])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verify the HTTP status; for now, print only a text excerpt of the body.</a:t>
            </a:r>
            <a:endParaRPr lang="en-US" sz="15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is text with an agreed structure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2026-10-01 · EXCERPT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"results":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"Košice",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"latitude": 48.71441,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"longitude": 21.25802,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"country": "Slovakia",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"admin2": null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see an object, array, strings, numbers and null. JSON is not yet a Python dict.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values map to Python objects</a:t>
            </a:r>
            <a:endParaRPr lang="en-US" sz="2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{"name": "Košice"}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array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[result, result]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true / false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True / False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{"error": false}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null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{"admin2": null}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.json() parses the response body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response.json()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print(type(data))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print(type(data["results"]))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print(data["results"][0]["name"])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'dict'&gt;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'list'&gt;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Parsing is a separate step after receiving and checking the HTTP response.</a:t>
            </a:r>
            <a:endParaRPr lang="en-US" sz="1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nested data one layer at a time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data["results"][0]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print(result["name"])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print(result["latitude"])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print(result["longitude"])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48.71441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21.25802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is a list; [0] selects the first dict and another key selects a value.</a:t>
            </a:r>
            <a:endParaRPr lang="en-US" sz="1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Several places may share the same name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2026-10-01 · SHORTENED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"Košice", "country": "Slovakia", "population": 225044},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"Košice", "country": "Czechia", "population": 690},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"Kosice", "country": "Czechia", "population": 314}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Lecture rule: use the first result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always display the country.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first result is a simple rule, not a universal solution to ambiguity.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no city is found, [0] is unsafe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AND RISKY CODE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{"generationtime_ms": 0.18}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data["results"][0]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KeyError if results is missing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IndexError if results exists but is []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200 may carry valid JSON without a usable search result.</a:t>
            </a:r>
            <a:endParaRPr lang="en-US" sz="15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response content explicitly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ASSUMES A RESULT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data["results"][0]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 RESULTS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data.get("results", [])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results: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city could not be found.")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results[0]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handles a missing key and the condition handles an empty list.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find_city() encapsulates the first request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find_city(name: str) -&gt; dict | None: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requests.get(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GEOCODING_URL,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params={"name": name, "count": 3, "language": "en"},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timeout=10,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response.raise_for_status()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response.json().get("results", [])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results[0] if results else None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 city is returned as a dict; a missing city is represented by None.</a:t>
            </a:r>
            <a:endParaRPr lang="en-US" sz="15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API output becomes the second API input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Košice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Geocoding API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48.71441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21.25802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API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+ wind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second request asks for current weather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WEATHER_URL = "https://api.open-meteo.com/v1/forecast"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"latitude": 48.71441,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"longitude": 21.25802,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"current": "temperature_2m,wind_speed_10m",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"timezone": "Europe/Bratislava",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requests.get(WEATHER_URL, params=params, timeout=10)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variable names are verified against Open-Meteo documentation.</a:t>
            </a:r>
            <a:endParaRPr lang="en-US" sz="15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Weather response: relevant excerpt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2026-10-01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"timezone": "Europe/Bratislava",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"current_units": {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"time": "iso8601",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"temperature_2m": "°C",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"wind_speed_10m": "km/h"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"current": {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"time": "2026-10-01T15:00",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"temperature_2m": 22.8,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"wind_speed_10m": 9.7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response metadata is intentionally omitted from the slide.</a:t>
            </a:r>
            <a:endParaRPr lang="en-US" sz="15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value without a unit is not enough</a:t>
            </a:r>
            <a:endParaRPr lang="en-US" sz="2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current.time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2026-10-01T15:00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iso8601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current.temperature_2m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22.8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°C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current.wind_speed_10m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9.7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km/h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from API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raw data into user-facing output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"time": "2026-10-01T15:00",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"temperature_2m": 22.8,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"wind_speed_10m": 9.7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"current_units":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"temperature_2m": "°C",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"wind_speed_10m": "km/h"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Košice, Slovakia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time: 2026-10-01 15:00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22.8 °C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Wind: 9.7 km/h</a:t>
            </a:r>
            <a:endParaRPr lang="en-US" sz="13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get_weather() handles the second request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get_weather(latitude: float, longitude: float) -&gt; dict: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"latitude": latitude,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"longitude": longitude,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"current": "temperature_2m,wind_speed_10m",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"timezone": "Europe/Bratislava",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requests.get(WEATHER_URL, params=params, timeout=10)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response.raise_for_status()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response.json()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parameters directly match values returned by geocoding.</a:t>
            </a:r>
            <a:endParaRPr lang="en-US" sz="15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program flow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input("City: ").strip()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find_city(name)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city is None: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city could not be found.")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get_weather(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city["latitude"],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city["longitude"],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print_weather(city, data)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City: Košice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Košice, Slovakia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time: 2026-10-01 15:00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22.8 °C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Wind: 9.7 km/h</a:t>
            </a:r>
            <a:endParaRPr lang="en-US" sz="13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distinct failures</a:t>
            </a:r>
            <a:endParaRPr lang="en-US" sz="28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unavailable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RequestException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connection problem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 error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HTTPError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status code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city not found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 == []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 message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detect it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Handle network and HTTP failures specifically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requests.exceptions import HTTPError, RequestException, Timeout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 = find_city(name)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city is not None: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get_weather(city["latitude"], city["longitude"])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Timeout: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server did not respond in time.")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HTTPError as error: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print(f"HTTP error: {error.response.status_code}")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RequestException: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print("Could not connect to the service.")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hide failure; tell the user what kind of problem occurred.</a:t>
            </a:r>
            <a:endParaRPr lang="en-US" sz="15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200 is only the first check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status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parsing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keys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non-empty results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usable output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API may limit or authenticate a client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429 Too Many Requests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calls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limits and Retry-After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retry aggressively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the service client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belong in Git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expose it in URLs or logs</a:t>
            </a:r>
            <a:endParaRPr lang="en-US" sz="1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reads, POST may create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· WEATHER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WEATHER_URL,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params={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"latitude": 48.71441,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"longitude": 21.25802,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"current": "temperature_2m",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timeout=10,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· NEW TASK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"https://api.example.com/tasks",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json={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"Submit assignment",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"done": False,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timeout=10,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the response-processing bug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AND RESPONSE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response.json()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data["results"][0]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 body: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"generationtime_ms": 0.18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AND FIX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has no "results" key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 access raises KeyError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data.get("results", [])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results: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city could not be found.")</a:t>
            </a:r>
            <a:endParaRPr lang="en-US" sz="13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learn from API documentation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and HTTP method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and optional parameters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and error response structure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and time semantics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authentication method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limits</a:t>
            </a:r>
            <a:endParaRPr lang="en-US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request to a usable result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the request with params and a timeout.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HTTP status with raise_for_status().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JSON and validate its content.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first API output as the second API input.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exercise, compare weather for two cities.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Internet, HTTP and APIs</dc:title>
  <dc:subject>Programming in Python</dc:subject>
  <dc:creator>TUKE FEI</dc:creator>
  <cp:lastModifiedBy>TUKE FEI</cp:lastModifiedBy>
  <cp:revision>1</cp:revision>
  <dcterms:created xsi:type="dcterms:W3CDTF">2026-10-01T13:20:36Z</dcterms:created>
  <dcterms:modified xsi:type="dcterms:W3CDTF">2026-10-01T13:20:36Z</dcterms:modified>
</cp:coreProperties>
</file>