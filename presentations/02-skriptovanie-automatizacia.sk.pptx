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Skriptovanie a automatizácia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opakovaného postupu vznikne opatrný program.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Jeden priečinok, jasný cieľ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podklady/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jpg/FOTO.JPG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pdf/report.pdf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txt/poznamky.txt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bez_pripony/README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podklady/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Organizátor spracuje iba bezprostredné súbory v subory/. Existujúci podklady/ nechá bez zmeny.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Každá položka vyžaduje rozhodnutie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presúvaním si presne pomenujeme pravidlá, ktoré program vykoná.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to súbor alebo priečinok?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Akú má príponu?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Kde bude cieľ?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Smie sa teraz zmeniť disk?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Ručný postup verzus script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Ručne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otvorím každý súbor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vytvorím cieľový priečinok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môžem prehliadnuť kolíziu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pravidlo platí rovnako pre každý vstup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ukáže plán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preskočí nebezpečný cieľ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Najmenší spustiteľný script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print("Skript sa spustil")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Skript sa spustil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.py súbor spúšťa interpreter Pythonu v aktuálnom pracovnom priečinku.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a dáta sú odlišné veci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projekt/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organizuj.py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subory/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pravidlá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 funkcii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výpis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termináli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Relatívna cesta sa číta od aktuálneho miesta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 subory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Path("subory") znamená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projekt/subory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pracovný priečinok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projekt/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 subory nie je absolútna cesta. Jeho význam určuje aktuálny pracovný priečinok.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Rovnaký príkaz z iného miesta zlyhá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ine-miesto&gt; python ..\projekt\organizuj.py subory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CHYBA: priečinok neexistuje: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 subory teraz znamená ine-miesto/subory. Script preto musí vstup overiť.</a:t>
            </a:r>
            <a:endParaRPr lang="en-US" sz="1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je objekt, ktorý opisuje cestu aj operácie nad ňou.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Namiesto skladania stringov používame pathlib.Path.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Časti cesty skladáme operátorom /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priecinok = Path("subory")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cielovy_priecinok = priecinok / "jpg"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 = cielovy_priecinok / "FOTO.JPG"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Operátor / skladá časti cesty spôsobom vhodným pre aktuálny operačný systém.</a:t>
            </a:r>
            <a:endParaRPr lang="en-US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Názov, základ a prípona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cesta = Path("subory/report.final.pdf")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print(cesta.name)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print(cesta.stem)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print(cesta.suffix)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report.final.pdf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report.final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.pdf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suffix obsahuje úvodnú bodku; stem odstráni iba poslednú príponu.</a:t>
            </a:r>
            <a:endParaRPr lang="en-US" sz="1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 vstupný priečinok naozaj priečinok?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priecinok = Path("subory")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priecinok.is_dir():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print("Môžeme prejsť obsah priečinka")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Môžeme prejsť obsah priečinka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is_dir() kontroluje aktuálny stav súborového systému, nie iba tvar názvu.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iterdir() vráti všetky bezprostredné položky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cesta in priecinok.iterdir():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print(cesta.name)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poznamky.txt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podklady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Poradie nie je garantované. Tento script zámerne neprechádza do podadresárov.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Súbor a priečinok nie sú rovnaký vstup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FOTO.JPG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cesta.is_file() → True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môžeme určiť cieľ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môžeme ho presunúť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podklady/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cesta.is_file() → False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je súčasťou pravidla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zostane bez zmeny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Priečinky preskočíme hneď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cesta in priecinok.iterdir():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cesta.is_file():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print(cesta.name)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poznamky.txt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ukončí iba aktuálnu iteráciu. Kód pod ním sa vykoná len pre súbory.</a:t>
            </a:r>
            <a:endParaRPr lang="en-US" sz="1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presne robí continue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ITERÁCIA: podklady/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cesta.is_file():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print(cesta.name)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sa nevykoná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ITERÁCIA: README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cesta.is_file():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print(cesta.name)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README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nie je ukončenie cyklu; cyklus okamžite pokračuje nasledujúcou položkou.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Prípona môže chýbať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nazov in ["FOTO.JPG", "README"]: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cesta = Path(nazov)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print(nazov, "-&gt;", repr(cesta.suffix))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 -&gt; '.JPG'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-&gt; ''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Prázdny string je platný výsledok: README nemá príponu.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Príponu normalizujeme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pripona = cesta.suffix.lower().lstrip(".")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FOTO.JPG -&gt; jpg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report.pdf -&gt; pdf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lower() zjednotí veľkosť písmen a lstrip('.') odstráni bodku zo začiatku.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 chýbajúcu príponu zvolíme kategóriu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pripona = cesta.suffix.lower().lstrip(".")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kategoria = pripona or "bez_pripony"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print(kategoria)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-&gt; bez_pripony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použije pravú hodnotu iba vtedy, keď je normalizovaná prípona prázdna.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Cieľový priečinok vyplýva z kategórie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cielovy_priecinok = priecinok / kategoria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Path("subory") / "jpg"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Kategória nie je pevne zapísaná pre každý súbor; vznikne z jeho názvu.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Celý cieľ zachová pôvodný názov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 = cielovy_priecinok / cesta.name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print(ciel)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kategórie sa presúva celý súbor, preto cieľ používa name, nie stem.</a:t>
            </a:r>
            <a:endParaRPr lang="en-US" sz="1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Prvý súvislý program: iba plán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priecinok = Path("subory")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cesta in priecinok.iterdir():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cesta.is_file():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pripona = cesta.suffix.lower().lstrip(".")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kategoria = pripona or "bez_pripony"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ciel = priecinok / kategoria / cesta.name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print(f"PLAN: {cesta.name} -&gt; {ciel}")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Tento program ešte nevytvára priečinky ani nič nepresúva. Iba ukazuje rozhodnutie pre každý súbor.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Dry-run mení iba terminál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 PROGRAMU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FOTO.JPG -&gt; subory/jpg/FOTO.JPG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report.pdf -&gt; subory/pdf/report.pdf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poznamky.txt -&gt; subory/txt/poznamky.txt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README -&gt; subory/bez_pripony/README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STAV NA DISKU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FOTO.JPG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report.pdf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poznamky.txt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podklady/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Výpis plánu je kontrolný bod: pravidlá sa dajú overiť skôr, než zmenia dáta.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Predikcia pre ďalšie prípony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ktorých priečinkov pôjdu ARCHIV.ZIP a data.csv?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nazov in ["ARCHIV.ZIP", "data.csv"]: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cesta = Path(nazov)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print(cesta.suffix.lower().lstrip("."))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si odpoveď zdôvodnite. Potom kód spustite.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Kolíziu neriešime prepísaním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subory/report.pdf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cieľ: subory/pdf/report.pdf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cieľ už existuje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Pravidlo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nič neprepísať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vypísať PRESKOCENE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pokračovať ďalším súborom</a:t>
            </a:r>
            <a:endParaRPr lang="en-US" sz="16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Kontrola kolízie je pred zmenou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ciel.exists():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print(f"PRESKOCENE: {cesta.name} (cieľ už existuje)")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PRESKOCENE: report.pdf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(cieľ už existuje)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exists() kontroluje presný cieľ. continue zabezpečí, že sa nevytvorí priečinok ani nespustí presun.</a:t>
            </a:r>
            <a:endParaRPr lang="en-US" sz="1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Cieľový priečinok vytvoríme až pri vykonaní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cielovy_priecinok.mkdir(exist_ok=True)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subory/jpg/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vytvorený, ak ešte neexistoval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exist_ok=True toleruje už existujúci priečinok. Neznamená to povolenie prepísať súbor.</a:t>
            </a:r>
            <a:endParaRPr lang="en-US" sz="1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Path.rename() vykoná presun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cesta.rename(ciel)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print(f"PRESUNUTE: {cesta.name} -&gt; {kategoria}/{cesta.name}")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PRESUNUTE: FOTO.JPG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rename() mení stav na disku. Preto ho voláme až po všetkých kontrolách a iba pri vykonaní.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Poradie operácií je bezpečnostné pravidlo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overiť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preskočiť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priečinky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vypočítať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overiť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kolíziu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vytvoriť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presunúť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Flag oddeľuje plán od vykonania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vykonat = False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vykonat: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cielovy_priecinok.mkdir(exist_ok=True)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cesta.rename(ciel)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print(f"PRESUNUTE: {cesta.name}")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print(f"PLAN: {cesta.name} -&gt; {ciel}")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vykonat = False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FOTO.JPG -&gt; subory/jpg/FOTO.JPG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explicitného rozhodnutia script iba oznamuje zámer. To je bezpečný predvolený stav.</a:t>
            </a:r>
            <a:endParaRPr lang="en-US" sz="17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Dve spustenia, odlišný účinok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vykonat=False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PLAN: FOTO.JPG -&gt; jpg/FOTO.JPG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FOTO.JPG zostáva v subory/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nič sa nevytvorí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vykonat=True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PRESUNUTE: FOTO.JPG -&gt; jpg/FOTO.JPG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vznikne subory/jpg/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súbor zmení umiestnenie</a:t>
            </a:r>
            <a:endParaRPr lang="en-US" sz="16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Chýbajúci vstup zastaví program čitateľne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priecinok.is_dir():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print(f"CHYBA: priečinok neexistuje: {priecinok}")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CHYBA: priečinok neexistuje: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neexistuje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ukončí funkciu skôr, než sa pokúsime volať iterdir() nad neplatnou cestou.</a:t>
            </a:r>
            <a:endParaRPr lang="en-US" sz="17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Zámerné hranice tohto scriptu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Malý program nemusí riešiť všetky možné situácie. Musí však pravdivo pomenovať svoj rozsah.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spracúva len bezprostredné súbory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neprechádza do podklady/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neprepisuje existujúci cieľ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neobnovuje čiastočne vykonané presuny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Funkcia pomenúva vstup aj bezpečný default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organizuj(priecinok: Path, vykonat: bool = False) -&gt; None: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organizuj(Path("subory"))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iba plán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priecinok robí vstup explicitným. Predvolená hodnota False chráni prvé volanie.</a:t>
            </a:r>
            <a:endParaRPr lang="en-US" sz="17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Výsledný program, časť 1: overenie a plán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organizuj(priecinok: Path, vykonat: bool = False) -&gt; None: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priecinok.is_dir():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print(f"CHYBA: priečinok neexistuje: {priecinok}")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cesta in priecinok.iterdir():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cesta.is_file():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pripona = cesta.suffix.lower().lstrip(".")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kategoria = pripona or "bez_pripony"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cielovy_priecinok = priecinok / kategoria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ciel = cielovy_priecinok / cesta.name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Prvá časť iba vyberie položky, odvodenú kategóriu a presný cieľ. Disk zostáva bez zmeny.</a:t>
            </a:r>
            <a:endParaRPr lang="en-US" sz="15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Výsledný program, časť 2: kolízia a vykonanie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ciel.exists():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print(f"PRESKOCENE: {cesta.name} (cieľ už existuje)")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vykonat: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cielovy_priecinok.mkdir(exist_ok=True)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cesta.rename(ciel)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print(f"PRESUNUTE: {cesta.name} -&gt; {kategoria}/{cesta.name}")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print(f"PLAN: {cesta.name} -&gt; {kategoria}/{cesta.name}")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kontrole kolízie sa kód rozdelí na dve vetvy. Len jedna z nich volá operácie meniace disk.</a:t>
            </a:r>
            <a:endParaRPr lang="en-US" sz="15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Path("subory") nepatrí napevno do funkcie.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Funkcia má dostať cestu od volajúceho. Vďaka tomu ju vieme použiť pre rôzne priečinky aj testovacie dáta.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argparse vytvorí malé rozhranie scriptu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= argparse.ArgumentParser(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description="Triedi súbory podľa prípony."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parser.add_argument("priecinok")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parser.add_argument("--vykonat", action="store_true")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parser.parse_args()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organizuj(Path(args.priecinok), vykonat=args.vykonat)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Povinný argument určí dáta. Prepínač store_true je False bez flagu a True, keď ho používateľ uvedie.</a:t>
            </a:r>
            <a:endParaRPr lang="en-US" sz="15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Príkaz určí režim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Kontrola plánu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organizuj.py subory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vypíše PLAN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nemení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Skutočné vykonanie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organizuj.py subory --vykonat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vypíše PRESUNUTE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zmení iba bezpečné položky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Chýbajúci alebo chybný argument má jasnú odpoveď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usage: organizuj.py [-h] [--vykonat] priecinok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organizuj.py: error: the following arguments are required: priecinok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projekt&gt; python organizuj.py neexistuje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CHYBA: priečinok neexistuje: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neexistuje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argparse rieši chýbajúci povinný argument. Funkcia rieši cestu, ktorá síce bola zadaná, ale neexistuje.</a:t>
            </a:r>
            <a:endParaRPr lang="en-US" sz="17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Záverečná predikcia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subory/ sú FOTO.JPG, README, priečinok archiv/ a už existujúci jpg/FOTO.JPG. Čo presne vypíše dry-run?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pravidlá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súbor? → kategória → cieľ existuje? → PLAN alebo PRESKOCENE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archiv/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jpg/FOTO.JPG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si odpoveď zdôvodnite. Potom kód spustite.</a:t>
            </a:r>
            <a:endParaRPr lang="en-US" sz="1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02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42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vstupu po bezpečný výsledok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priečinok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CLI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iterdir()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filtrovať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súbory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plán alebo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ďalší krok: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počty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Skriptovanie a automatizácia</dc:title>
  <dc:subject>Programovanie v Pythone</dc:subject>
  <dc:creator>TUKE FEI</dc:creator>
  <cp:lastModifiedBy>TUKE FEI</cp:lastModifiedBy>
  <cp:revision>1</cp:revision>
  <dcterms:created xsi:type="dcterms:W3CDTF">2026-09-26T07:58:52Z</dcterms:created>
  <dcterms:modified xsi:type="dcterms:W3CDTF">2026-09-26T07:58:52Z</dcterms:modified>
</cp:coreProperties>
</file>