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Skriptovanie a automatizácia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ako nástroj pre opakovateľnú prácu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premeniť manuálny postup na bezpečný script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pracovať so súbormi a cestami cez pathlib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čítať a vytvárať JSON, CSV a textové reporty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použiť CLI, environment variables a subprocess rozumne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Opakovanie je signál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Manuálny postup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 súborov treba premenovať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výnimky sa ľahko prehliadnu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postup sa ťažko zopakuje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pravidlá sú zapísané v kóde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vieme spraviť dry-run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vytvoríme report o výsledku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má automatizácia robiť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je malý program s jasným vstupom, postupom a výstupom.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prijať vstup od používateľa alebo zo súboru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validovať pred tým, než niečo zmení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zrozumiteľne oznámiť úspech aj chybu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najprv nespúšťať naplno?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má presúvať stovky súborov. Akú kontrolu chcete pred prvým reálnym spustením?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organize.py Downloads --dry-run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ako malý program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Rozumné hranice aj bez veľkej architektúry.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Tvar praktického scriptu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Každý krok má pomenovanú zodpovednosť.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určuje začiatok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parse_arguments()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organize(directory)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Definície funkcií ostanú oddelené od okamihu, keď script spustíme.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Globálny postup alebo funkcie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Ťažko meniť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riadkov pod sebou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cesta, pravidlá aj výpis spolu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ťažko overiteľné kroky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Čitateľný script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find_files()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destination_for()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organize() a main()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Súbory a pathlib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nie je iba string poskladaný lomkami.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Čítanie textu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open("data.txt",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print(content)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spoľahlivo zavrie súbor aj pri výnimke. Pri texte uvádzajte encoding.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 riadkoch, nie naraz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open("app.log",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print(line.strip())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logoch a veľkých súboroch nepotrebujete celý obsah držať v pamäti.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je objekt cesty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print(path.exists())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print(path.is_dir())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path / "reports" / "summary.txt"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Operátor / skladá cestu nezávisle od platformy.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Vlastnosti cesty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report.final.pdf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stem: report.final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suffix: .pdf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parent: nadradený adresár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Vyhľadanie súborov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Path("Downloads")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sorted(root.rglob("*.pdf")):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 hľadá v jednom adresári; rglob prechádza aj podadresáre.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čo vráti suffix?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odpovedzte bez spustenia.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Path("report.final.pdf").suffix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Priebežný príklad: Downloads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Organizátor najprv ukáže plán, až potom presúva.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súboru ku kategórii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photo.jpg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.jpg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Downloads/images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Pravidlo je samostatná funkcia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"documents": {".pdf", ".txt", ".docx"},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"images": {".jpg", ".png"},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next((name for name, suffixes in CATEGORIES.items()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if path.suffix.lower() in suffixes), "other")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Pravidlá nepatria medzi príkazy na presúvanie. Dajú sa jednoducho upraviť alebo otestovať.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 pred zmenou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directory / category / path.name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dry_run: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{path.name} -&gt; {target}")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target.parent.mkdir(exist_ok=True)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shutil.move(path, target)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 hromadnej zmene dát je výpis plánu súčasťou bezpečného návrhu.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Dáta a text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Štandardná knižnica stačí na veľa praktických formátov.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v Pythone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prenáša štruktúrované dáta. Python ich načíta do vlastných základných typov.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→ dict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array → list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boolean → bool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null → None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Načítanie konfigurácie JSON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open("categories.json",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print(config["images"])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json.load pracuje so súborom. json.loads pracuje so stringom.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CSV: používajte pomenované stĺpce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open("results.csv", newline="",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reader = csv.DictReader(file)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row in reader: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print(row["name"], row["points"])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DictReader je čitateľnejší než indexy, keď CSV má hlavičku.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metóda alebo regex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jednoduché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"ERROR" in line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line.startswith(date)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text.split() a strip()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až pri vzore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 alebo dátum v texte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viac možných formátov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re.search, findall, sub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Regex: nájdite konkrétny vzor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 = re.search(r"\d{4}-\d{2}-\d{2}", line)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print(date.group())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použite vtedy, keď obyčajný split alebo in nestačí elegantne.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Vstup, prostredie a procesy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nemá predpokladať váš počítač.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cez argparse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argparse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patrí do argumentu, nie do hardcoded absolútneho stringu.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Konfigurácia z prostredia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api_key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RuntimeError("Missing API_KEY")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Heslá a API keys nepatria do source code ani do commitu.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Externý proces cez subprocess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Odovzdajte argumenty ako list. shell=True nie je vhodná skratka pre používateľský input.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sa musí vedieť zastaviť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 nemusí existovať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môže byť bez oprávnenia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môže byť poškodený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chybu zachyťte iba tam, kde viete použiť zmysluplnú reakciu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Konkrétna chyba, konkrétna reakcia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path.read_text(encoding="utf-8")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print(f"Súbor neexistuje: {path}")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print(f"Bez oprávnenia: {path}")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iba schová problém. Script potom nemá dôveryhodný výsledok.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je opakovateľný postup, nie iba pár príkazov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Path, JSON a CSV dávajú vstupom štruktúru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dry-run, validácia a konkrétne výnimky chránia dáta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a environment variables oddeľujú konfiguráciu od kódu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GUI a event-driven programovanie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zmení, keď program nečaká na ďalší riadok kódu, ale na používateľa?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Skriptovanie a automatizácia</dc:title>
  <dc:subject>Programovanie v Pythone</dc:subject>
  <dc:creator>TUKE FEI</dc:creator>
  <cp:lastModifiedBy>TUKE FEI</cp:lastModifiedBy>
  <cp:revision>1</cp:revision>
  <dcterms:created xsi:type="dcterms:W3CDTF">2026-09-15T18:10:20Z</dcterms:created>
  <dcterms:modified xsi:type="dcterms:W3CDTF">2026-09-15T18:10:20Z</dcterms:modified>
</cp:coreProperties>
</file>