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Skriptovanie a automatizácia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 opakovanej ručnej práce k bezpečnému scriptu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Ak opakujeme rovnaké pravidlo stokrát, pravidlo patrí do programu.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Priebežný príklad: priečinok Downloads s dokumentmi, obrázkami a neznámymi súbormi.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Organizátor priečinka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nájsť súbory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určiť kategóriu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ukázať zmenu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až potom presunúť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Script má jasný vstup a výstup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read_arguments()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plan = build_plan(directory)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show_plan(plan)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apply_plan(plan)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koordinuje kroky. Jednotlivé funkcie môžeme čítať, testovať a meniť samostatne.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Cesta k súboru nie je iba string.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spája názov, príponu, rodičovský adresár a operácie nad súborovým systémom.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Pathlib opisuje súborový systém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operátor / spája časti cesty nezávisle od platformy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exists(), is_file() a is_dir() overujú stav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name, stem a suffix rozdelia identitu súboru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Path.home() / "Downloads"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"report.final.pdf"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print(report.name)    # report.final.pdf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print(report.stem)    # report.final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print(report.suffix)  # .pdf</a:t>
            </a:r>
            <a:endParaRPr lang="en-US" sz="15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Najprv iba preskúmame vstup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files_in(directory: Path) -&gt; list[Path]: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sorted(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 for path in directory.rglob("*")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path.is_file()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files_in(downloads):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print(path.name, path.suffix.lower())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rglob() prejde aj podadresáre. Pri veľkých stromoch treba vedieť, aký rozsah script skutočne spracúva.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Kategória je samostatné pravidlo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path.suffix.lower()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".png"}: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držíme pravidlo malé a čitateľné. Ďalší krok ukáže, prečo nemá zostať hardcoded.</a:t>
            </a:r>
            <a:endParaRPr lang="en-US" sz="1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Plán a vykonanie sú dve odlišné fázy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nič nemení na disku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ukáže každé MOVE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 sa bezpečne skontrolovať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vykonanie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vytvorí cieľový adresár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presunie súbor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musí reagovať na chybu</a:t>
            </a:r>
            <a:endParaRPr lang="en-US" sz="16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Dry-run chráni hromadnú zmenu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move_file(source: Path, target: Path, dry_run: bool)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dry_run: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target.parent.mkdir(parents=True, exist_ok=True)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Script najprv oznamuje zámer. Až flag rozhodne, či sa operácia vykoná.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Pravidlá meníme častejšie než algoritmus.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Kategórie preto presunieme zo source code do JSON konfigurácie.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Konfigurácia mimo source code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categories.json / 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"documents": [".pdf", ".docx", ".txt"],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"images": [".jpg", ".jpeg", ".png"]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Path("categories.json").open(encoding="utf-8") as file: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je vhodný na prenos a konfiguráciu dát. Python ho načíta ako dict a list, nie ako vlastnú doménovú logiku.</a:t>
            </a:r>
            <a:endParaRPr lang="en-US" sz="15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Textové súbory čítame s encodingom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uzavrie súbor aj pri výnimke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encoding='utf-8' je explicitná dohoda o texte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riadkoch spracujeme aj väčší súbor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Path("events.log").open(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 = line.strip()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print(line)</a:t>
            </a:r>
            <a:endParaRPr lang="en-US" sz="15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CSV report uzatvára organizovanie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Path("report.csv").open(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"w", newline="", encoding="utf-8"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csv.writer(file)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writer.writerow(["category", "count"])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writer.writerows(counts.items())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je vhodný pre jednoduchý report, ktorý otvorí aj tabuľkový editor. pandas sem ešte nepotrebujeme.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 metódy pred regexom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Jednoduchý text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strip, split, lower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startswith, endswith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'ERROR' in line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Textový vzor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neznámy počet číslic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dátum alebo identifikátor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 / re.findall</a:t>
            </a:r>
            <a:endParaRPr lang="en-US" sz="16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Regex iba tam, kde má vzor význam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= re.search(r"^(\d{4}-\d{2}-\d{2})", line)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match: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print(match.group(1))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vyberie dátum s pevnou štruktúrou. Samotné zistenie ERROR by bolo jednoduchšie cez in.</a:t>
            </a:r>
            <a:endParaRPr lang="en-US" sz="1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Script nesmie predpokladať váš počítač.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Hardcoded cesta sa zmení na argument príkazového riadku.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argparse vytvorí malé rozhranie scriptu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parser.add_argument("directory", type=Path)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parser.add_argument("--config", type=Path, required=True)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organize(args.directory, args.config, dry_run=args.dry_run)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organize.py Downloads --config categories.json --dry-run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Positional argument pomenúva vstup. Flag mení správanie bez vytvárania ďalšieho scriptu.</a:t>
            </a:r>
            <a:endParaRPr lang="en-US" sz="15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Prostredie patrí mimo repozitár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cesty, tokeny a heslá nie sú aplikačná logika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os.getenv vráti hodnotu alebo None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Git patrí .env.example, nie secret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archive_root = os.getenv("ARCHIVE_ROOT")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archive_root: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"ARCHIVE_ROOT is not configured"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subprocess volá externý nástroj bezpečne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"status", "--short"],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check=False,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result.stdout, result.stderr)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Zoznam argumentov zachová hranice medzi hodnotami. Používateľský vstup nevkladáme do shell=True commandu.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Súbor zapisujeme až po rozhodnutí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"Processed: 12 files\nImages: 4\n"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"organizer-report.txt"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report.write_text(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print(f"Report: {report}")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read_text() a write_text() sú vhodné pre menší text. Pri väčších dátach použijeme streamovanie cez open().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Čo ak cieľ už existuje?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Má organizátor prepísať photo.jpg, preskočiť ho alebo vytvoriť nový názov?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Downloads/images/photo.jpg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cieľ už existuje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Chyba konfigurácie musí byť viditeľná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neexistujúci súbor nie je prázdna konfigurácia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poškodený JSON nie je dôvod pokračovať s náhodnými pravidlami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chybová správa má pomenovať zdroj problému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json.loads(config_path.read_text())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RuntimeError("Configuration file is missing")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json.JSONDecodeError as 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f"Invalid JSON: {error.msg}"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from error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Kolíziu riešime explicitne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target.exists():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print(f"SKIP {source.name}: target exists")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 as error: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print(f"CANNOT MOVE {source.name}: {error}")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Bezpečný script nič potichu neprepíše. Každá neuskutočnená operácia musí byť zrozumiteľná vo výstupe.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Výsledný script má oddelené zodpovednosti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parse_arguments()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load_categories()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files_in()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category_for()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build_plan()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move_file()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write_report()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 koordinuje; jednotlivé funkcie riešia jednu vec.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script nepotrebuje enterprise architektúru. Potrebuje jasné vstupy, pravidlá, bezpečné vykonanie a zrozumiteľný výstup.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Skriptovanie a automatizácia</dc:title>
  <dc:subject>Programovanie v Pythone</dc:subject>
  <dc:creator>TUKE FEI</dc:creator>
  <cp:lastModifiedBy>TUKE FEI</cp:lastModifiedBy>
  <cp:revision>1</cp:revision>
  <dcterms:created xsi:type="dcterms:W3CDTF">2026-09-15T21:51:32Z</dcterms:created>
  <dcterms:modified xsi:type="dcterms:W3CDTF">2026-09-15T21:51:32Z</dcterms:modified>
</cp:coreProperties>
</file>