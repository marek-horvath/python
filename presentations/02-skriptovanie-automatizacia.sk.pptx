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Skriptovanie a automatizácia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automatizuje opakovateľný postup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 má úloha jasný vstup, pravidlá a očakávaný výstup, nemusí zostať ručnou prácou.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cieľom nie je veľká aplikácia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cieľom je spoľahlivý malý program, ktorý sa dá spustiť znova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Typické úlohy pre Python script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premenenovať alebo roztriediť veľa súborov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nájsť konkrétne typy súborov v adresároch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spracovať logy a textové exporty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načítať CSV alebo JSON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vytvoriť jednoduchý report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spustiť externý program nad viacerými vstupmi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Ručný postup a script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Manuálne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klikám a kopírujem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ľahko prehliadnem výnimku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postup nie je presne zaznamenaný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opakované spustenie znamená opakovanú prácu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postup je v kóde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rovnaký vstup dá rovnaký postup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dá sa spustiť na malej vzorke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môže vypísať, čo urobil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Kedy script najprv nespúšťať naplno?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má presunúť alebo prepísať stovky súborov. Aké kontroly pridáte pred prvým reálnym spustením?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ako malý program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 krátky script má mať čitateľný vstup, spracovanie a výstup.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 formy práce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Vhodné použitie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 / notebook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rýchle overenie jedného výrazu alebo nápadu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.py script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opakovateľná úloha s jasným vstupom a výstupom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aplikácia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dlhšia údržba, viac modulov, stabilné rozhranie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Základný tvar scriptu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print("Spúšťam script")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main() oddelí definície od spustenia. Súbor sa potom dá aj importovať.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Funkcie pomenúvajú kroky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ťažšie upraviteľné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files: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path.read_text()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"ERROR" in text: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print(path)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jasnejšie delenie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contains_error(path):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"ERROR" in path.read_text()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files: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contains_error(path):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print(path)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Dobrý script má kontrakt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odkiaľ berie vstup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čo mení na disku alebo v systéme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čo vypíše pri úspechu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ako hlási chyby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ako sa dá bezpečne vyskúšať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Súbory a text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Praktické minimum: čítanie, zápis, riadky, encoding a with.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Čítanie textového súboru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open("data.txt", encoding="utf-8") as file: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content = file.read()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print(content)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zabezpečí zatvorenie súboru aj vtedy, keď počas práce vznikne výnimka.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Zápis textového súboru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open("report.txt", "w", encoding="utf-8") as file: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file.write("Spracované súbory: 12\n")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file.write("Chyby: 0\n")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 texte explicitne uvádzajte encoding. Chyba sa často prejaví až na inom počítači.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Veľké texty čítajte po riadkoch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open("app.log", encoding="utf-8") as file: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file: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"ERROR" in 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print(line.strip())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manager riadi životnosť zdroja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používame tam, kde treba niečo otvoriť a spoľahlivo zavrieť: súbor, spojenie, lock alebo dočasný zdroj.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nezabudnuté zatvorenie súboru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čitateľný rozsah práce so zdrojom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lepšie správanie pri výnimkách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`pathlib`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Cesta k súboru nie je iba obyčajný string.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`Path` je objekt cesty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Path("data")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print(type(path).__name__)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Existencia a typ objektu na disku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Path("data")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print(path.exists())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print(path.is_file())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print(path.is_dir())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Časti cesty majú pomenované vlastnosti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Path("reports/report.final.pdf")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print(path.name)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print(path.stem)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print(path.suffix)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print(path.parent)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vráti `suffix`?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Najprv odpovedzte bez spustenia.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otázka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Path("report.final.pdf")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print(path.suffix)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print(path.stem)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Cesty neskladajte ručne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krehké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directory = "data"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"report.txt"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directory + "/" + name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pathlib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= Path("data") / "reports" / "report.txt"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print(path)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Prechádzanie adresára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directory = Path("data")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directory.iterdir():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print(path.name)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directory.glob("*.txt"):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directory.rglob("*.py"):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 hľadá v jednom adresári, rglob rekurzívne v podadresároch.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Krátke operácie nad textovými súbormi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read_text / write_text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= Path("notes.txt")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Path("output/notes-copy.txt")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= source.read_text(encoding="utf-8")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target.parent.mkdir(exist_ok=True)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target.write_text(text, encoding="utf-8")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Priebežný príklad: organizátor súborov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Jednoduchý problém, na ktorom vidno dobré aj rizikové rozhodnutia.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Vstup a cieľ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Downloads pred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Downloads/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report.pdf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photo.jpg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notes.txt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cv.pdf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screenshot.png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Downloads po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Downloads/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documents/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report.pdf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cv.pdf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images/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photo.jpg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screenshot.png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text/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notes.txt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Krok 1: nájdi iba súbory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 = Path("Downloads")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downloads.iterdir():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path.is_file():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print(path.name)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Krok 2: rozhodni cieľ podľa prípony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category_for(suffix: str) -&gt; str: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suffix = suffix.lower()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in {".pdf", ".docx"}: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"documents"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in {".jpg", ".jpeg", ".png"}: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"images"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== ".txt":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"text"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"other"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print(category_for(".PDF"))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Logika rozhodovania je samostatná funkcia. Dá sa použiť aj bez presúvania súborov.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Krok 3: vytvor adresár a presuň súbor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shutil.move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shutil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= Path("Downloads/report.pdf")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target_dir = source.parent / "documents"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= target_dir / source.name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target_dir.mkdir(exist_ok=True)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shutil.move(source, target)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`shutil` pre operácie so súbormi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copy() kopíruje súbor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copytree() kopíruje adresár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move() presúva alebo premenúva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make_archive() vytvára archív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pred deštruktívnou zmenou použite malú vzorku alebo dry-run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Dry-run pattern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dry-run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dry_run: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print(f"MOVE {source.name} -&gt; {target}")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shutil.move(source, target)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 skriptoch, ktoré modifikujú veľa dát, je často dobré najprv vypísať plánované kroky.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mini file organizer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testovací adresár, nie reálny Downloads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Path.iterdir() a suffix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cieľový adresár cez /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dry-run pred reálnym presunom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a CSV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Dátové formáty, ktoré sa často objavia okolo skriptov.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typy a Python typy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JSON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dict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array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 alebo float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boolean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null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 vs. súbor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loads / dumps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json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= '{"name": "Anna", "points": 82}'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json.loads(raw)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print(json.dumps(data, ensure_ascii=False))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/ dump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json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open("config.json", encoding="utf-8") as file: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json.load(file)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open("config.json", "w", encoding="utf-8") as file: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json.dump(config, file, indent=2)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Aký je rozdiel?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json.load(file) a json.loads(text) robia podobnú vec, ale vstup nie je rovnaký.</a:t>
            </a:r>
            <a:endParaRPr lang="en-US" sz="1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čítajte podľa názvov stĺpcov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csv.DictReader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csv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io import StringIO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"name,course,points\nAnna,Python,92\nPeter,Python,67\n"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row in csv.DictReader(StringIO(data)):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print(row["name"], int(row["points"]))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Spracovanie textu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Najprv jednoduché string operácie, regex až pri vzore.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 metódy sú prvý nástroj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= "  ERROR: Cannot open data.csv  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 = line.strip()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print(clean.lower())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print(clean.startswith("ERROR"))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print(clean.endswith(".csv"))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print("open" in clean)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Potrebujeme regex?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Riadok má stabilný tvar: dátum, level, správa.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= "2026-09-21 ERROR Cannot open file"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date, level, message = line.split(" ", 2)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print(date)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print(level)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print(message)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Regex použite pri textovom vzore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= "Kontakt: anna@example.com, peter.h@fei.tuke.sk"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print(re.search(r"[\w.]+@[\w.]+", text))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print(re.findall(r"[\w.]+@[\w.]+", text))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print(re.sub(r"[\w.]+@[\w.]+", "&lt;email&gt;", text))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CLI, prostredie a externé procesy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nemá byť viazaný na jeden hardcoded počítač.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je problém?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Tento script funguje len vtedy, keď má používateľ rovnaký počítač a rovnakú cestu.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199339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08483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hardcoded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77824" y="252374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directory = "C:/Users/Marek/Downloads"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print(directory)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Argumenty a environment variables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argparse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argparse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= argparse.ArgumentParser()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parser.add_argument("directory")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parser.add_argument("--dry-run", action="store_true")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 = parser.parse_args(["Downloads", "--dry-run"])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os.getenv("API_KEY")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print(args.directory, args.dry_run, api_key)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Externý proces cez `subprocess`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subprocess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["git", "status"],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capture_output=True,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text=True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print(result.returncode)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print(result.stdout)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print(result.stderr)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Rozlišujte stdout, stderr a return code. Pri používateľskom inpute sa vyhýbajte shell=True.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Script, ktorý sa dá bezpečne opakovať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problém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directory = "C:/Users/Marek/Downloads"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file in files: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move_file(file)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lepší tvar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 = parse_args()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load_config(args.config)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organize_files(args.directory, config, args.dry_run)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Skriptovanie a automatizácia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