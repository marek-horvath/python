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and Event-Driven Programming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program waits for the user, not for the next line of code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the event loop and callbacks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small Tkinter/ttk window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UI from application logic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events, dialogs and Canvas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linear program and a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→ processing → output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program determines the order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program finishes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user chooses the next action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click, key press, file selection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application stays open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terminal program has a fixed order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input("Meno: 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print(f"Ahoj {name}")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program knows what comes next. A GUI cannot know that.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loop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important model of this lecture.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GUI reacts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window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Concepts we need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widget: an interface element such as Button or Entry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event: a click, key press or value change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callback: a function called after an event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state: data remembered by the application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window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root.title("Moja aplikácia")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does not finish the program. It hands control to the event loop.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Widgets and callbacks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Tkinter explains the model; it is not the only GUI framework.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and Button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text="Ahoj")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label.pack()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text="Klikni")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button.pack()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provides themed widgets. We use it where appropriate in examples.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 a callback; do not call it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print("Ahoj")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text="Klikni",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command=say_hello,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command=say_hello passes a function. command=say_hello() calls it immediately while creating the button.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when is the function called?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the two forms before running them.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command=save()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callback updates the 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label.config(text="Ahoj!")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text="Čakám")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text="Pozdraviť", command=say_hello)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event starts a callback; the callback changes state or a widget; the UI shows the result.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layout and state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form already shows the essential relationships.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and result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ttk.Label(root, text="")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entry.get().strip()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result.config(text=f"Ahoj, {name}!")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text from an Entry at the moment of the event, not when creating it.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grid() for a form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Email: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Basic grid layout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ttk.Label(root, text="Meno:").grid(row=0, column=0,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entry.grid(row=0, column=1,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column=1, sticky="e")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mix pack() and grid() in one container.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state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in an Entry is UI state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selected_file is state of selected input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analysis result is application state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and BooleanVar are helpful bindings, not a requirement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Events and dialogs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button is not the only event source.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triggers the same action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submit(event=None)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greet()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button.config(command=submit)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submit)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bind handler receives an event argument. A default None lets the same function work for command too.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dialog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filedialog.askopenfilename(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filetypes=[("Text files", "*.txt")],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filename: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print(filename)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is not an error. The user simply did not choose a file.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GUI meaningfully connects Lectures 02 and 03.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 outside the callback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TextStats(text.count("\n") + 1, len(text.split()), len(text))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function can be tested without a window. A callback should only coordinate input and output.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logic and application logic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reads a widget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opens a dialog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a Label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processes text or 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returns a result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tested independently</a:t>
            </a:r>
            <a:endParaRPr lang="en-US" sz="1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in a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read_age() -&gt; int |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int(entry.get())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messagebox.showerror("Chybný vstup", 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turn an exception into a message the user can understand.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Canvas and time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loop also processes the mouse and scheduled events.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click draws a circle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width=500, height=300)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- 12, y - 12, x + 12, y + 12, fill="#1877B9")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carries click coordinates. The callback uses them for drawing.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after() instead of sleep()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clock.config(text=time.strftime("%H:%M:%S"))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time.sleep() in a callback blocks the event loop and the window stops responding.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GUI is event-driven: it responds to events in any order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waits; callbacks do short, specific work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logic should live outside widgets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loop is a general concept beyond Tkinter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Testing, Debugging and Code Quality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verify functions created in scripts and GUI applications.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and Event-Driven Programming</dc:title>
  <dc:subject>Programming in Python</dc:subject>
  <dc:creator>TUKE FEI</dc:creator>
  <cp:lastModifiedBy>TUKE FEI</cp:lastModifiedBy>
  <cp:revision>1</cp:revision>
  <dcterms:created xsi:type="dcterms:W3CDTF">2026-09-15T18:58:33Z</dcterms:created>
  <dcterms:modified xsi:type="dcterms:W3CDTF">2026-09-15T18:58:33Z</dcterms:modified>
</cp:coreProperties>
</file>