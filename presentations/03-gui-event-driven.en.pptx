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and Event-Driven Programming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the user determines program order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program flow models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terminal program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print()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GUI application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waits for an event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a callback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changes state or UI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waits again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event loop keeps an application alive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window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 and update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smallest working window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root.title("Text Analyzer")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root.geometry("520x280")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mainloop(), we no longer write a sequential program. The next steps are triggered by user or system events.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widget is an object. A callback is a function the event loop calls later.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difference is the foundation of readable GUI code.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 needs a function, not its result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command=analyze passes a function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command=analyze() runs it while the button is created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callback gets control only after a click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print("Analyze clicked")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text="Analyzovať",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command=analyze,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button.grid()</a:t>
            </a:r>
            <a:endParaRPr lang="en-US" sz="15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Text Analyzer step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ttk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= ttk.Label(root, text="Zadajte text")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text="Analyzovať", command=analyze)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status.grid(row=0, column=0, sticky="w")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button.grid(row=1, column=0, pady=12)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ttk provides system-themed widgets. We use grid for a form-like layout.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grid expresses relationships, not coordinates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Button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2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3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callback, output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= ttk.Entry(root, width=48)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ttk.Label(root)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entry.get()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result.config(text=f"Počet znakov: {len(text)}")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entry.grid(row=1, column=0)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result.grid(row=3, column=0, sticky="w")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callback reads current widget state and updates another widget. This is a simple form of state flow in GUI.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is also an event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command callback has no argument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bind handler receives an event object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shared function prevents logic duplication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on_return(event: tk.Event) -&gt; None: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analyze()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entry.bind("&lt;Return&gt;", on_return)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tlačidlo stále používa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command=analyze</a:t>
            </a:r>
            <a:endParaRPr lang="en-US" sz="15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GUI callback should not contain all application logic.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logic can run without a window, it can also be tested and reused.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Pure text analysis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characters: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lines: int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TextStats(len(text), len(text.split()), text.count("\n") + 1 if text else 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function knows no Entry, Label or messagebox. The GUI only calls it and displays the result.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callback only coordinates 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stats = analyze_text(entry.get())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text=f"Slová: {stats.words}; riadky: {stats.lines}"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separation is not an MVC tutorial. It is a practical way to shrink a callback and verify important logic.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at the user boundary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messagebox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entry.get().strip()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text: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messagebox.showerror("Chyba", "Zadajte text.")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result.config(text=str(analyze_text(text)))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input can be empty or invalid. Validate it at the UI boundary before further processing.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dialog extends the workflow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 is not an error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file path can fail while reading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from Lecture 02 remains useful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filedialog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open_file() -&gt; None: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filename = filedialog.askopenfilename(filetypes=[("Text", "*.txt")])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filename: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Path(filename).read_text(encoding="utf-8")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show_stats(analyze_text(text))</a:t>
            </a:r>
            <a:endParaRPr lang="en-US" sz="15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does the window freeze?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happens to the event loop during sleep()?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on_click() -&gt; None: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time.sleep(5)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status.config(text="Done")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blocking callback stops the event loop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sleep / long operation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next event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schedules the next step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datetime import datetime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update_clock()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status.config(text=datetime.now().strftime("%H:%M:%S"))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root.after(1000, update_clock)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update_clock()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returns control to the event loop. It is not a replacement for CPU-heavy work, but is the correct basis for timed UI updates.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is short input, Text is a document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an Entry through get()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needs a range from 1.0 to end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is more natural for a document analyser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394960" y="1792224"/>
            <a:ext cx="5943600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993392"/>
            <a:ext cx="5394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41848" y="2395728"/>
            <a:ext cx="5330952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 = tk.Text(root, width=58, height=10)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editor.grid(row=1, column=0)</a:t>
            </a:r>
            <a:endParaRPr lang="en-US" sz="1560" dirty="0"/>
          </a:p>
          <a:p>
            <a:pPr algn="l" indent="0" marL="0">
              <a:buNone/>
            </a:pP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analyze_editor() -&gt; None: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editor.get("1.0", "end-1c")</a:t>
            </a:r>
            <a:endParaRPr lang="en-US" sz="1560" dirty="0"/>
          </a:p>
          <a:p>
            <a:pPr algn="l" indent="0" marL="0">
              <a:buNone/>
            </a:pPr>
            <a:r>
              <a:rPr lang="en-US" sz="156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show_stats(analyze_text(text))</a:t>
            </a:r>
            <a:endParaRPr lang="en-US" sz="15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StringVar is observable state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= tk.StringVar(value="Bez súboru")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textvariable=filename)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set_file(path: Path)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filename.set(path.name)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StringVar is not required for every widget. It helps where state has multiple observers or bindings.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file can fail after selection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Path(filename).read_text(encoding="utf-8")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OSError as 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messagebox.showerror(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"Čítanie súboru", str(error)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editor.delete("1.0", "end")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editor.insert("1.0", text)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Selecting a file does not mean we can read it. Handle the error at the I/O operation itself.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Canvas reacts to event coordinates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mouse click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event.x / event.y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drawn object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Canvas event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 = tk.Canvas(root, width=360, height=180)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draw_circle(event: tk.Event)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 = event.x, event.y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canvas.create_oval(x - 8, y - 8, x + 8, y + 8, fill="#1877B9")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canvas.bind("&lt;Button-1&gt;", draw_circle)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event object carries event context. The same callback can respond to clicks at different positions.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Analyzer as a small application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ui.py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vytvorí widgety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spracuje eventy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zobrazí výsledok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analysis.py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TextStats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analyze_text()</a:t>
            </a:r>
            <a:endParaRPr lang="en-US" sz="1750" dirty="0"/>
          </a:p>
          <a:p>
            <a:pPr algn="l" indent="0" marL="0">
              <a:buNone/>
            </a:pP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files.py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načíta text cez Path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GUI, logic and file access have different reasons to change. Even a small program gains clearer boundaries.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 and Event-Driven Programming</dc:title>
  <dc:subject>Programming in Python</dc:subject>
  <dc:creator>TUKE FEI</dc:creator>
  <cp:lastModifiedBy>TUKE FEI</cp:lastModifiedBy>
  <cp:revision>1</cp:revision>
  <dcterms:created xsi:type="dcterms:W3CDTF">2026-09-15T21:10:56Z</dcterms:created>
  <dcterms:modified xsi:type="dcterms:W3CDTF">2026-09-15T21:10:56Z</dcterms:modified>
</cp:coreProperties>
</file>