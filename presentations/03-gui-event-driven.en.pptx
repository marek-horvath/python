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 and Event-Driven Programming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When the user determines program order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program flow models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terminal program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input()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print()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GUI application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for an event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 callback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state or UI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waits again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event loop keeps an application alive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window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and update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smallest working window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root.title("Text Analyzer")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root.geometry("520x280")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mainloop(), we no longer write a sequential program. The next steps are triggered by user or system events.</a:t>
            </a:r>
            <a:endParaRPr lang="en-US" sz="1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widget is an object. A callback is a function the event loop calls later.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difference is the foundation of readable GUI code.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command needs a function, not its result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 passes a function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command=analyze() runs it while the button is created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callback gets control only after a click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print("Analyze clicked")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text="Analyzovať",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command=analyze,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first Text Analyzer step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ttk.Label(root, text="Zadajte text")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text="Analyzovať", command=analyze)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status.grid(row=0, column=0, sticky="w")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column=0, pady=12)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provides system-themed widgets. We use grid for a form-like layout.</a:t>
            </a:r>
            <a:endParaRPr lang="en-US" sz="1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 expresses relationships, not coordinates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2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3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Input, callback, output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ttk.Entry(root, width=48)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result.config(text=f"Počet znakov: {len(text)}")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entry.grid(row=1, column=0)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result.grid(row=3, column=0, sticky="w")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callback reads current widget state and updates another widget. This is a simple form of state flow in GUI.</a:t>
            </a:r>
            <a:endParaRPr lang="en-US" sz="15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 is also an event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command callback has no argument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bind handler receives an event object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function prevents logic duplication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on_return(event: tk.Event) -&gt;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analyze()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on_return)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tlačidlo stále používa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command=analyze</a:t>
            </a:r>
            <a:endParaRPr lang="en-US" sz="15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GUI callback should not contain all application logic.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logic can run without a window, it can also be tested and reused.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text analysis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TextStats(len(text), len(text.split()), text.count("\n") + 1 if text else 0)</a:t>
            </a:r>
            <a:endParaRPr lang="en-US" sz="138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function knows no Entry, Label or messagebox. The GUI only calls it and displays the result.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callback only coordinates UI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analyze_text(entry.get())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text=f"Slová: {stats.words}; riadky: {stats.lines}"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separation is not an MVC tutorial. It is a practical way to shrink a callback and verify important logic.</a:t>
            </a:r>
            <a:endParaRPr lang="en-US" sz="1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Validation at the user boundary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entry.get().strip()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text: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messagebox.showerror("Chyba", "Zadajte text.")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result.config(text=str(analyze_text(text)))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input can be empty or invalid. Validate it at the UI boundary before further processing.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dialog extends the workflow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is not an error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file path can fail while reading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from Lecture 02 remains useful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open_file()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 = filedialog.askopenfilename(filetypes=[("Text", "*.txt")])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filename: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does the window freeze?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to the event loop during sleep()?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 -&gt; None: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time.sleep(5)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status.config(text="Done")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blocking callback stops the event loop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sleep / long operation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next event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schedules the next step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datetime import datetime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status.config(text=datetime.now().strftime("%H:%M:%S"))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returns control to the event loop. It is not a replacement for CPU-heavy work, but is the correct basis for timed UI updates.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Entry is short input, Text is a document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an Entry through get()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needs a range from 1.0 to end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is more natural for a document analyser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 = tk.Text(root, width=58, height=10)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editor.grid(row=1, column=0)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analyze_editor() -&gt;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editor.get("1.0", "end-1c")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StringVar is observable state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tk.StringVar(value="Bez súboru")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textvariable=filename)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set_file(path: Path)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filename.set(path.name)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is not required for every widget. It helps where state has multiple observers or bindings.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file can fail after selection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OSError as error: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"Čítanie súboru", str(error)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editor.delete("1.0", "end")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editor.insert("1.0", text)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Selecting a file does not mean we can read it. Handle the error at the I/O operation itself.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Canvas reacts to event coordinates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mouse click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event.x / event.y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drawn object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simple Canvas event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width=360, height=180)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draw_circle(event: tk.Event)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- 8, y - 8, x + 8, y + 8, fill="#1877B9")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event object carries event context. The same callback can respond to clicks at different positions.</a:t>
            </a:r>
            <a:endParaRPr lang="en-US" sz="17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Analyzer as a small application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vytvorí widgety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spracuje eventy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zobrazí výsledok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TextStats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analyze_text()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načíta text cez Path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GUI, logic and file access have different reasons to change. Even a small program gains clearer boundaries.</a:t>
            </a:r>
            <a:endParaRPr lang="en-US" sz="15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and Event-Driven Programming</dc:title>
  <dc:subject>Programming in Python</dc:subject>
  <dc:creator>TUKE FEI</dc:creator>
  <cp:lastModifiedBy>TUKE FEI</cp:lastModifiedBy>
  <cp:revision>1</cp:revision>
  <dcterms:created xsi:type="dcterms:W3CDTF">2026-09-15T21:51:33Z</dcterms:created>
  <dcterms:modified xsi:type="dcterms:W3CDTF">2026-09-15T21:51:33Z</dcterms:modified>
</cp:coreProperties>
</file>