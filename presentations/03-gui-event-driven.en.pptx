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 and Event-Driven Programming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Terminal Program Has a Fixed Order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input("Name: 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print(f"Hello, {name}")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program asks for input, processes it, prints output and exits.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Control Flow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GUI Program Does Not Decide the User's Next Step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user may type, click, change an option, choose a file or close the window in different orders.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program must wait for events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response is split into small handlers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application state changes while the program is running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Event-Driven Programming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flow moves from a fixed sequence of steps to an event loop.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app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32888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widgets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mainloop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for event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65008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callback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1151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8466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UI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Terms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Practical meaning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something happened: a click, key press, file selection, or closing the window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callback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function called by the GUI framework when an event occurs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visible element of the interface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the application currently holds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loop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loop that waits for events and passes them to callbacks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`mainloop()` Keeps the Application Alive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window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tkinter as tk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tk.Tk()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root.title("My Application")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root.mainloop()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the event loop, the window would be created and the program would immediately exit.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Tkinter and ttk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them as an available tool for explaining the GUI model.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Tkinter in This Course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it is part of the standard Python ecosystem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it is enough for small desktop tools and teaching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ttk provides themed widgets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it is not the only GUI framework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event-driven model applies beyond Tkinter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Window in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tkinter as tk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tk.Tk()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root.title("Text Analyzer")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root.mainloop()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`ttk` for Common Controls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tkinter as tk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ttk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Displays Text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tk.Tk()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= ttk.Label(root, text="Ready")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label.pack(padx=20, pady=20)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root.mainloop()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we create the widget, then we place it using a layout manager.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 References a Callback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say_hello()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print("Hello")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text="Click",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command=say_hello,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expects a function, not the result of a function.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Is the Function Called?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difference is between passing a function and calling it immediately.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command=save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command=save()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Callback Changes the Interface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UI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 = ttk.Label(root, text="")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say_hello()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message.config(text="Hello!")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ttk.Button(root, text="Greet", command=say_hello)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and Response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event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widget update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again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Input, Layout and State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simple GUI starts with a form, not with a large number of widgets.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Provides Text at Event Time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name_entry = ttk.Entry(root)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 = ttk.Label(root, text="")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greet()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= name_entry.get()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message.config(text=f"Hello, {name}!")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read the value from the field inside the callback, not when the widget is created.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Form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 [__________]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[Greet]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Hello, Anna!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Manager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pack()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quick vertical or horizontal placement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useful for simple windows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less control for forms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grid()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rows and columns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useful for forms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supports padx, pady, sticky, columnspan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with `grid()`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 0       column 1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         [________]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Email:         [________]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[Save]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ttk.Label(root, text="Name:").grid(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row=0, column=0, sticky="w"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name_entry.grid(row=0, column=1, padx=8, pady=4)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save_button.grid(row=2, column=1, sticky="e")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Widgets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line of text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multi-line text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Checkbutton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boolean option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Radiobutton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choice from a group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Combobox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choice from a list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Listbox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 of items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State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is the data the application currently uses for decisions and changes while the program runs.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current text in a field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selected file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enabled filter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list of results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error message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`StringVar` and `BooleanVar`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tk.StringVar()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 = tk.BooleanVar(value=True)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 = ttk.Entry(root, textvariable=name)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checkbox = ttk.Checkbutton(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text="Active",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variable=enabled,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Tkinter can connect some values directly to widgets.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 Beyond Buttons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command= is a special case. More general events are handled with bind().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as an Event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submit(event)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print("Submit:", event.keysym)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entry.bind("&lt;Return&gt;", submit)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handler registered with bind() receives an event object.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Can We Read from an Event Object?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key press, keysym matters. For the mouse, coordinates are important.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handle_key(event)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print(event.keysym)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handle_click(event)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print(event.x, event.y)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Dialogs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filedialog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filedialog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filename = filedialog.askopenfilename(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filetypes=[("Text files", "*.txt")]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messagebox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messagebox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messagebox.showerror(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"Error",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"The file could not be loaded."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Example: Text Analyzer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GUI around simple application logic.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Analyzer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.txt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statistics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result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`dataclass` for Analysis Results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TextStats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@dataclass(frozen=True)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TextStats: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lines: int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words: int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characters: int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Logic Outside the GUI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analyze_text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TextStats(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lines=len(text.splitlines()),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words=len(text.split()),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characters=len(text),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can later test this function without opening a window.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Callback Coordinates the UI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on_open_file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on_open_file()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filename = filedialog.askopenfilename()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filename: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Path(filename).read_text(encoding="utf-8")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stats = analyze_text(text)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result_label.config(text=f"{stats.words} words")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callback chooses a file, calls application logic and updates widgets.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Exceptions in a GUI Must Be Visible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 = int(age_entry.get())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messagebox.showerror(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"Error",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"Enter an integer."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path.read_text(encoding="utf-8")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OSError as error: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messagebox.showerror(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"Error",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str(error)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This Logic Belong?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callback reads widgets, opens a file, parses data, calculates results, validates input, saves output and changes the UI.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Callback Should Not Contain the Whole Application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test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on_click():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text_widget.get("1.0", "end")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lines = text.splitlines()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words = text.split()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result_label.config(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text=f"{len(lines)} / {len(words)}"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separation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on_click():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text_widget.get("1.0", "end")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stats = analyze_text(text)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update_result(stats)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calculate_stats(text)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Drawing, coordinates and mouse events.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 Coordinates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system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(0,0) ----------&gt; x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 = tk.Canvas(root, width=400, height=250)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canvas.create_rectangle(20, 20, 120, 80)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canvas.create_oval(160, 30, 230, 100)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canvas.create_line(20, 140, 230, 140)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canvas.create_text(80, 190, text="Canvas")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Click Creates an Object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mouse event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draw_circle(event) -&gt; None: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x, y = event.x, event.y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radius = 10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canvas.create_oval(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 - radius, y - radius,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 + radius, y + radius,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canvas.bind("&lt;Button-1&gt;", draw_circle)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`after()` Instead of Blocking the Event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the UI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on_click()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time.sleep(10)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label.config(text="Done")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schedules another event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update_clock()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label.config(text=current_time())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root.after(1000, update_clock)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update_clock()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to the Window?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callback runs for 10 seconds and calls time.sleep(10) during that time. What will the user see?</a:t>
            </a:r>
            <a:endParaRPr lang="en-US" sz="17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Organization and Ecosystem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Tkinter GUI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functions for application logic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short callbacks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state in one place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 Application class only when it helps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frameworks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PySide / PyQt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Kivy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Flet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web UI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same event principle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From an Empty File to a GUI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Tk() and the window title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Label, Entry, Button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callback with command=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grid() for a form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Enter event with bind()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to Testing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 and Event-Driven Programming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