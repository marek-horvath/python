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21488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Programming in Python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86384" y="3310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Problematic code → risk → safer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" y="5193792"/>
            <a:ext cx="2560320" cy="118872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27080" y="62544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every input comes from a person who wants the application to work.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68096" y="3456432"/>
            <a:ext cx="1417320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913632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text, files, network, environment and external processes are trust boundaries. Most practical mistakes appear at those boundaries.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Untrusted inputs in ordinary Python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input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path / upload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response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subprocess output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conversion is not all validation.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Syntactic and semantic validation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010912" cy="109728"/>
          </a:xfrm>
          <a:prstGeom prst="rect">
            <a:avLst/>
          </a:prstGeom>
          <a:solidFill>
            <a:srgbClr val="167C80"/>
          </a:solidFill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Syntactic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value be parsed?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an integer?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email have the format?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a local check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73368" y="1874520"/>
            <a:ext cx="5010912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value have an allowed meaning?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room_id exist?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user have permission?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requires context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 for a small option set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allowed_formats = {"csv", "json"}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export_format not in allowed_formats: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ValueError("unsupported export format")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output_dir / f"report.{export_format}"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blocklist tries to guess everything bad. An allowlist names what is allowed in this part of the application.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Injection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value must not change command structure.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injection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SQL assembled from text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input changes the query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pattern: placeholders + parameters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394960" y="1792224"/>
            <a:ext cx="5943600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9933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41848" y="2395728"/>
            <a:ext cx="533095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= f"SELECT * FROM users WHERE email = '{email}'"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connection.execute(sql)</a:t>
            </a:r>
            <a:endParaRPr lang="en-US" sz="1560" dirty="0"/>
          </a:p>
          <a:p>
            <a:pPr algn="l" indent="0" marL="0">
              <a:buNone/>
            </a:pP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users WHERE email = ?",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(email,),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injection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command as one shell string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shell interprets special characters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pattern: program and arguments separated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394960" y="1792224"/>
            <a:ext cx="5943600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9933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41848" y="2395728"/>
            <a:ext cx="533095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subprocess.run(f"ping {host}", shell=True)</a:t>
            </a:r>
            <a:endParaRPr lang="en-US" sz="1560" dirty="0"/>
          </a:p>
          <a:p>
            <a:pPr algn="l" indent="0" marL="0">
              <a:buNone/>
            </a:pP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subprocess.run(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["ping", "-n", "1", host],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check=True,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shell=True adds another boundary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 shell, we are not only starting a program with arguments. We are giving text to another interpreter.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do not need a shell, do not use it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argument list separates program and values clearly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validation is still needed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failure without sensitive data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is not code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parser and an interpreter are different tools.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eval() is not a configuration parser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eval(user_text)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 pre dátový formát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json.loads(user_text)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isinstance(settings, dict):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ValueError("settings must be an object")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expect data, use a data format. Executing a Python expression is a different risk category.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vs pickle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010912" cy="109728"/>
          </a:xfrm>
          <a:prstGeom prst="rect">
            <a:avLst/>
          </a:prstGeom>
          <a:solidFill>
            <a:srgbClr val="167C80"/>
          </a:solidFill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format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strings, numbers, lists, objects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recreate arbitrary Python objects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still needs validation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73368" y="1874520"/>
            <a:ext cx="5010912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object serialization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suitable only for trusted data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deserialization can trigger dangerous behaviour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 exchange format for users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pickle problem is untrusted deserialization.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68096" y="3456432"/>
            <a:ext cx="1417320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913632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not about whether the file extension is .pickle. The question is who created the data and whether it may enter a mechanism that reconstructs Python objects.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and secrets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path and a secret in configuration are sensitive boundaries.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traversal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user controls the whole path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escape from allowed directory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pattern: resolve + prefix check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394960" y="1792224"/>
            <a:ext cx="5943600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9933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41848" y="2395728"/>
            <a:ext cx="533095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Path("uploads").resolve()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(base / filename).resolve()</a:t>
            </a:r>
            <a:endParaRPr lang="en-US" sz="1560" dirty="0"/>
          </a:p>
          <a:p>
            <a:pPr algn="l" indent="0" marL="0">
              <a:buNone/>
            </a:pP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target.is_relative_to(base):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ValueError("invalid path")</a:t>
            </a:r>
            <a:endParaRPr lang="en-US" sz="1560" dirty="0"/>
          </a:p>
          <a:p>
            <a:pPr algn="l" indent="0" marL="0">
              <a:buNone/>
            </a:pP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target.read_text(encoding="utf-8")</a:t>
            </a:r>
            <a:endParaRPr lang="en-US" sz="15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filename is not enough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 is not proof of content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size is both security and operational limit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path must resolve inside an allowed directory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must not reveal internal paths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secret does not belong in a commit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hardcoded token easily reaches Git history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or a secret manager provides the value at runtime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.env is a local convenience, not a public source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394960" y="1792224"/>
            <a:ext cx="5943600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9933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41848" y="2395728"/>
            <a:ext cx="533095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"sk_live_..."</a:t>
            </a:r>
            <a:endParaRPr lang="en-US" sz="1560" dirty="0"/>
          </a:p>
          <a:p>
            <a:pPr algn="l" indent="0" marL="0">
              <a:buNone/>
            </a:pP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os.getenv("API_KEY")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api_key is None: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RuntimeError("API_KEY is missing")</a:t>
            </a:r>
            <a:endParaRPr lang="en-US" sz="15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vs secrets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010912" cy="109728"/>
          </a:xfrm>
          <a:prstGeom prst="rect">
            <a:avLst/>
          </a:prstGeom>
          <a:solidFill>
            <a:srgbClr val="167C80"/>
          </a:solidFill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simulations and random test data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 through seed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for tokens and passwords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73368" y="1874520"/>
            <a:ext cx="5010912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cryptographically suitable randomness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token_urlsafe()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links, API tokens, CSRF values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through secrets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secrets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create_reset_token() -&gt; str: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secrets.token_urlsafe(32)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= create_reset_token()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token should be unguessable. It does not need to be memorable or reproducible.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Passwords and crypto terms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Encoding, hashing and encryption solve different problems.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Encoding / hashing / encryption</a:t>
            </a:r>
            <a:endParaRPr lang="en-US" sz="2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47088"/>
          <a:ext cx="10899648" cy="352044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Term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encoding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represent data in another form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UTF-8, Base64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hashing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one-way data fingerprint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SHA-256 for integrity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password hashing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slow password verification with salt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Argon2, bcrypt, scrypt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encryption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encrypt and decrypt with a key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Fernet, AES-GCM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47088"/>
            <a:ext cx="10899648" cy="5486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15184" y="19933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61504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store passwords as plaintext or plain SHA-256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password needs its own salt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should be deliberately slow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proven library or framework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invent your own cryptography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and logging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does not end at your own code.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find different classes of problems</a:t>
            </a:r>
            <a:endParaRPr lang="en-US" sz="2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47088"/>
          <a:ext cx="10899648" cy="352044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Tool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can find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Bandit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suspicious security patterns in Python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findings need interpretation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pip-audit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known CVEs in dependencies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not see custom logic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updates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fixes in frameworks and libraries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change behaviour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regressions after a security fix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 security audit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47088"/>
            <a:ext cx="10899648" cy="5486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15184" y="19933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can find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61504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must not carry sensitive data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are often stored longer than the request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people may access them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 event identifier, not the token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394960" y="1792224"/>
            <a:ext cx="5943600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9933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41848" y="2395728"/>
            <a:ext cx="533095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zle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logger.info("Login failed: %s %s", email, password)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logger.error("API key: %s", api_key)</a:t>
            </a:r>
            <a:endParaRPr lang="en-US" sz="1560" dirty="0"/>
          </a:p>
          <a:p>
            <a:pPr algn="l" indent="0" marL="0">
              <a:buNone/>
            </a:pP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lepšie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logger.info("Login failed for user_id=%s", user_id)</a:t>
            </a:r>
            <a:endParaRPr lang="en-US" sz="1560" dirty="0"/>
          </a:p>
          <a:p>
            <a:pPr algn="l" indent="0" marL="0">
              <a:buNone/>
            </a:pPr>
            <a:r>
              <a:rPr lang="en-US" sz="15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logger.error("External API authentication failed")</a:t>
            </a:r>
            <a:endParaRPr lang="en-US" sz="15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defaults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programming is a series of small decisions at system boundaries.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input where it enters the system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command structure from values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feed untrusted data to interpreters and deserializers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secrets and passwords with specialized tools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 must not increase data leakage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Programming in Python</dc:title>
  <dc:subject>Programming in Python</dc:subject>
  <dc:creator>TUKE FEI</dc:creator>
  <cp:lastModifiedBy>TUKE FEI</cp:lastModifiedBy>
  <cp:revision>1</cp:revision>
  <dcterms:created xsi:type="dcterms:W3CDTF">2026-09-15T21:39:11Z</dcterms:created>
  <dcterms:modified xsi:type="dcterms:W3CDTF">2026-09-15T21:39:11Z</dcterms:modified>
</cp:coreProperties>
</file>