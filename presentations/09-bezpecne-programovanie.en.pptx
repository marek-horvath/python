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Programming in Python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as a Property of Ordinary Code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will not write exploits. We will recognize common mistakes in application code and replace them with safer habits.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input validation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safe SQL and subprocess usage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secrets outside source code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reasonable errors, logs and dependencies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Question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the input is not provided by a person who wants the application to work correctly?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Surface in Our Course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input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77974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51126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42716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15868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807458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80610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200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536942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10094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01684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836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subprocess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0266426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39578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Trust Input Blindly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may have the wrong type, wrong range, unexpected format or bad intent.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 data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CLI arguments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JSON from an API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file names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environment variables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Conversion Is Not Full Validation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syntactic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user_input = "-500"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= int(user_input)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semantic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= int(user_input)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0 &lt;= age &lt;= 130: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ValueError("Invalid age")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Allowlist Is Often Simpler Than Blocklist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allowlist.py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allowed_extensions = {".txt", ".csv", ".json"}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suffix = ".csv"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suffix not in allowed_extensions: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ValueError("Unsupported file type")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Else Should We Check?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user enters file name report.csv. Is checking the extension enough, or do size, location and content also matter?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Injection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mistake that can be avoided with simple habits.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Bad: SQL Built as a String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bad_sql.py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input("Name: 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 = f"SELECT * FROM users WHERE name = '{name}'"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cursor.execute(query)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Builds the SQL?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name in this code mean only a value, or can it change the structure of the SQL query?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Better: Parameterized Query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good_sql.py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input("Name: 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cursor.execute(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* FROM users WHERE name = ?",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(name,),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subprocess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an external program with clearly separated arguments.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Bad: Command Through a Shell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bad_subprocess.py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subprocess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 = input("Host: 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subprocess.run(f"ping {host}", shell=True)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Better: Program and Arguments Separated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safe_subprocess.py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subprocess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 = input("Host: 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subprocess.run(["ping", host], check=True)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`shell=True` Risky?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when part of a command comes from user input and the whole text is interpreted by a shell?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Text as Code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eval, exec and untrusted serialization.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`eval()` Evaluates a Python Expression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user_input = input("Expression: 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eval(user_input)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Alternative Depends on the Goal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want a choice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mapping string -&gt; function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allowlist of operations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execution of text as code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want data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JSON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ast.literal_eval only for literal data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custom parser for custom syntax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`exec()` Is the Same Risk Category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exec() executes Python statements. With untrusted input, it is direct execution of someone else's code inside our process.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We Load This Pickle?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pickle.loads(untrusted_data)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Pickle Is Not a Safe Exchange Format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Python-specific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can restore objects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 not use it for untrusted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simple data types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more suitable for data exchange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content must still be validated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the Loaders Too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serialization libraries can create objects or execute special constructors. For untrusted data, use a safe loader and read the documentation.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and Paths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file name from the user is not automatically a safe path.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Traversal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path_bad.py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upload_dir = Path("uploads")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filename = "../../config.txt"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upload_dir / filename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filename can contain path parts the programmer did not expect.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Must Stay Inside the Allowed Directory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path_safe.py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 = Path("uploads").resolve()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= (base / filename).resolve()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target.is_relative_to(base):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ValueError("Path outside uploads")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Files, the Name Is Not Enough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extension does not prove content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MIME type may be misleading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file size must be handled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store outside sensitive locations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handle error states explicitly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and Configuration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Passwords, tokens and API keys do not belong in source code.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Secret in Git Remains a Problem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bad_secret.py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"abc123-secret-value"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print("Calling API...")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 Through the Environment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os.environ["API_KEY"]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base_url = os.getenv("API_BASE_URL", "https://api.example.com")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`.env` Is a Development Convenience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.env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API_KEY=local-development-key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.gitignore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.env.*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`random` and `secrets` Have Different Purposes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`random`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simulations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test data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random selection in an application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`secrets`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reset token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API token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security-sensitive random value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Tokens with `secrets`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secrets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 = secrets.token_urlsafe(32)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print(token)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Hashing, Encryption, Encoding</a:t>
            </a:r>
            <a:endParaRPr lang="en-US" sz="2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Hashing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one-way fingerprint of data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Encryption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reversible encryption with a key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Encoding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 of representation, not security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Store Passwords as Plaintext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plain SHA-256 hash is not a good password storage scheme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 need a salt and a password hashing function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Argon2, bcrypt or scrypt are the right category of tools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 not invent your own algorithm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High-Level Crypto APIs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fernet.py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cryptography.fernet import Fernet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= Fernet.generate_key()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fernet = Fernet(key)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 = fernet.encrypt(b"secret data")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plain = fernet.decrypt(token)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and Dependencies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does not end with our own code.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vs HTTPS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transport encryption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not suitable for sensitive data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easier to eavesdrop 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encryption in transit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server identity through a certificate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standard for production APIs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`verify=False` Is Not a Fix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bad_tls.py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httpx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"https://example.com",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verify=False,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Third-Party Packages Are Part of the Attack Surface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known vulnerabilities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abandoned package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typo in a package name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dependency chain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unnecessary packages in the project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Can Warn About Known Problems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analysis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bandit -r 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dependency audit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pip-audit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 and Error Messages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Diagnostics can also reveal too much.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 Must Not Contain Secrets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bad_logging.py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logging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 = "anna"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 = "secret"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logging.info("Login: %s / %s", username, password)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Security Review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review_me.py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"dev-key"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input("Name: 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 = input("Host: ")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 = f"SELECT * FROM users WHERE name = '{name}'"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subprocess.run(f"ping {host}", shell=True)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cursor.execute(query)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Take Away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Validate inputs at the system boundary.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Build SQL with parameters, not f-strings.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 not execute untrusted text as Python or a shell command.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Secrets, dependencies and logs are part of security.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 topic: web backend in Python.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Secure Programming in Python</dc:title>
  <dc:subject>Programovanie v Pythone</dc:subject>
  <dc:creator>TUKE FEI</dc:creator>
  <cp:lastModifiedBy>TUKE FEI</cp:lastModifiedBy>
  <cp:revision>1</cp:revision>
  <dcterms:created xsi:type="dcterms:W3CDTF">2026-09-15T15:10:15Z</dcterms:created>
  <dcterms:modified xsi:type="dcterms:W3CDTF">2026-09-15T15:10:15Z</dcterms:modified>
</cp:coreProperties>
</file>