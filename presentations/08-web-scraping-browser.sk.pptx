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scraping a automatizácia prehliadača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API, webová stránka a browser nie sú to isté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dáta pre programy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 alebo iný formát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dokumentované endpointy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stabilnejší kontrakt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Webová stránka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HTML pre používateľa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DOM pre browser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layout sa môže meniť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dáta nemusia byť priamo v HTML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Kde sú dáta?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údaj zobrazuje, ale verejné API nepoznáme. Nachádza sa údaj priamo v HTML, alebo ho stránka načítala dodatočným requestom?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scraping v štyroch krokoch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HTML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42716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15868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document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45352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01684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74836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structured output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minimum pre scraper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&lt;article class="product"&gt;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&lt;h2&gt;Keyboard&lt;/h2&gt;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&lt;span class="price"&gt;49.90 EUR&lt;/span&gt;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&lt;/article&gt;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Potrebujeme rozumieť tagom, atribútom, triedam a vnoreným elementom.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 je strom dokumentu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body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h1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div.product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span.price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Statická stránka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HTML obsahuje dáta, nepotrebujeme spúšťať browser.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Stiahnutie HTML cez HTTPX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timeout=10.0)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= response.text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Stiahnutie stránky môže zlyhať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neplatná URL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timeout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404 alebo 500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presmerovanie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blokovanie alebo rate limit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BeautifulSoup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string zmeníme na strom, v ktorom vieme hľadať.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string -&gt; objektový strom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bs4 import BeautifulSoup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soup = BeautifulSoup(html, "html.parser")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 = soup.find("h1")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`find` a `find_all`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first_heading = soup.find("h1")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articles = soup.find_all("article")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article in articles: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print(article.get_text(strip=True))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selectors sú praktické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 = soup.select(".product")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= soup.select_one(".product .price")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= soup.select_one("#main")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external_links = soup.select('a[href^="https://"]')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tento selector robustný?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&gt; div:nth-child(4) &gt; div &gt; article:nth-child(2) &gt; span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a atribúty sú rôzne dáta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element.get_text(strip=True)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href = link.get("href")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image_url = image.get("src")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Priebežný príklad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Katalóg produktov: názov, cena, rating a link.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 ako HTML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&lt;article class="product"&gt;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&lt;h2 class="name"&gt;Keyboard&lt;/h2&gt;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&lt;span class="price"&gt;49.90 EUR&lt;/span&gt;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&lt;span class="rating"&gt;4.7&lt;/span&gt;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 href="/products/42"&gt;Detail&lt;/a&gt;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&lt;/article&gt;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Scraper má vyrábať štruktúrované dáta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Product: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str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price: float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rating: float | None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url: str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Parsovanie jedného produktu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parse_one.py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article.select_one(".name").get_text(strip=True)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price_text = article.select_one(".price").get_text(strip=True)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= float(price_text.replace("EUR", "").strip())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 = article.select_one("a")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urljoin(base_url, link.get("href", ""))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Parser ako samostatná funkcia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parser.py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parse_products(html: str, base_url: str) -&gt; list[Product]: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soup = BeautifulSoup(html, "html.parser")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products = []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article in soup.select(".product"):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products.append(parse_product(article, base_url))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products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a parsing sú iné kroky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neprehľadné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request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print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save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všetko v jednej funkcii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testovateľné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fetch_page(url) -&gt; str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parse_products(html) -&gt; list[Product]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save_products(products)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parser nepotrebuje internet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Relatívne URL treba doplniť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urljoin.py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urllib.parse import urljoin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base_url = "https://example.com/catalog/"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href = "/products/42"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absolute_url = urljoin(base_url, href)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print(absolute_url)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Pagination znamená viac stránok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page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next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condition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link riadi cyklus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pagination.py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next_link = soup.select_one("a.next")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next_link is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next_url = None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next_url = urljoin(current_url, next_link.get("href", ""))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 viacerých stránkach riešime duplicity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seen_urls: set[str] = set()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"https://example.com/products/42"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url not in seen_urls: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seen_urls.add(url)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print("new product")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do známeho formátu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open("products.csv", "w", encoding="utf-8", newline="")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 = csv.DictWriter(file, fieldnames=["name", "price", "url"])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writer.writeheader()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writer.writerows(product_rows)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Keď dáta nie sú v HTML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môže obsah doplniť až po spustení JavaScriptu.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Prečo `httpx.get()` dáta nevidí?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prehliadači tabuľka existuje, ale v stiahnutom HTML nie je. Čo sa pravdepodobne stalo po načítaní stránky?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Server-rendered stránka vs. JavaScript aplikácia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už obsahuje dáta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HTTPX + BeautifulSoup stačí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rýchlejšie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jednoduchšie testovanie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menej zdrojov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je iba shell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JavaScript načíta dáta neskôr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DOM sa mení v browseri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treba hľadať interné API alebo použiť browser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 browser automatizáciou pozrite Network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DevTools -&gt; Network -&gt; Fetch/XHR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 stránka volá interné API, často je lepšie volať toto API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browser automatizujeme až vtedy, keď jednoduchší request nestačí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Reálny browser pre dynamické stránky a interakcie.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Prvý Playwright script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playwright.sync_api import sync_playwright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sync_playwright() as p: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browser = p.chromium.launch()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= browser.new_page()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page.goto("https://example.com")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print(page.title())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browser.close()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Locators hľadajú prvky v browseri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locators.py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page.get_by_role("button", name="Search")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page.get_by_text("Add to cart")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page.locator(".product .price")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Interakcia s formulárom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page.get_by_label("Search").fill("Python")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page.get_by_role("button", name="Search").click()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page.locator(".result")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je problém?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time.sleep(10) po každom kliknutí v browser automation skripte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Nečakáme náhodný čas, čakáme na stav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Playwright veľa čakania rieši automaticky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 treba, čakáme na konkrétny locator alebo URL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cieľom je odstrániť náhodné sleeps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Extrakcia dát z DOM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prices = page.locator(".product .price")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price in prices.all_text_contents():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print(price.strip())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BeautifulSoup alebo Playwright?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HTTPX + BeautifulSoup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HTML obsahuje dáta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rýchlejšie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menej zdrojov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jednoduchšie testovanie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JavaScript dopĺňa DOM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kliknutia a formuláre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browser state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dynamické stránky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by ste použili?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Stránka má tabuľku priamo v HTML, bez loginu a bez JavaScript requestov. BeautifulSoup alebo Playwright?</a:t>
            </a:r>
            <a:endParaRPr lang="en-US" sz="17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Scraping musí byť zodpovedný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najprv hľadať oficiálne API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rešpektovať podmienky služby a robots.txt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nezaťažovať server zbytočnými requestmi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cacheovať dáta, ak sa často nemenia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nespracúvať citlivé údaje bez jasného dôvodu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Jednoduché spomalenie requestov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throttle.py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time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url in urls: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html = fetch_page(url)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process(html)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time.sleep(1.0)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Parser testujeme bez internetu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test_parser.py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test_parse_products():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html = """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&lt;article class="product"&gt;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&lt;h2 class="name"&gt;Keyboard&lt;/h2&gt;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&lt;span class="price"&gt;49.90 EUR&lt;/span&gt;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&lt;/article&gt;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products = parse_products(html, "https://example.com")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products[0].name == "Keyboard"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Scraper je krehkejší než API klient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je primárne určené pre prehliadač a používateľa. Ak sa zmení názov triedy alebo štruktúra stránky, parser sa môže rozbiť bez zmeny významu stránky.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HTML -&gt; structured data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HTTPX request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BeautifulSoup parser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CSS selector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extrakcia textu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dataclass Product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 zostane čas: krátky Playwright click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si odniesť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 je lepšie ako scraping, ak existuje a je vhodné.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Statické HTML spracujeme cez HTTPX a BeautifulSoup.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Dynamické stránky môžu vyžadovať Playwright.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Download, parsing a export držte oddelene.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Ďalšia téma: bezpečné programovanie v Pythone.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scraping a automatizácia prehliadača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