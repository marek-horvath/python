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scraping a automatizácia prehliadača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Kde sa dáta na webe nachádzajú?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nie je dôkaz, že dáta sú v HTML.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Stránka môže mať oficiálne API, statické HTML, alebo JavaScript aplikáciu, ktorá dáta načíta až po otvorení.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Rozhodovanie pred písaním scraperu</a:t>
            </a:r>
            <a:endParaRPr lang="en-US" sz="2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Otázka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Ak áno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Ak nie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Existuje API?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použiť API klienta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pozrieť HTML response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Sú dáta v HTML?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HTTPX + BeautifulSoup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pozrieť DevTools Network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Volá browser dátový endpoint?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zvážiť priamy request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Playwright pre interakcie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áno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nie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response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dáta vidíme už v odpovedi servera, browser nepotrebujeme.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minimum pre parsing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&lt;article class="product"&gt;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 class="product__link" href="/products/42"&gt;Keyboard&lt;/a&gt;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&lt;span class="price"&gt;39.90 €&lt;/span&gt;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&lt;span class="rating" data-score="4.6"&gt;★★★★☆&lt;/span&gt;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&lt;/article&gt;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Scraper potrebuje štruktúru: elementy, triedy, text a atribúty. Nepotrebuje rozumieť celému CSS layoutu.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Stiahnutie HTML cez HTTPX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httpx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httpx.get(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"https://example.com/products",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timeout=10.0,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headers={"User-Agent": "python-course-scraper/1.0"},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response.raise_for_status()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= response.text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Aj scraping začína HTTP klientom. Status a timeout riešime rovnako ako pri API.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BeautifulSoup vytvorí strom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bs4 import BeautifulSoup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soup = BeautifulSoup(html, "html.parser")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item in soup.select("article.product"):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 = item.select_one(".product__link").get_text(strip=True)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print(title)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CSS selector má byť dosť konkrétny, ale nie závislý od náhodnej pozície v layout-e.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a atribúty sú rôzne dáta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viditeľný obsah elementu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get_text(strip=True)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názov produktu alebo cena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môže obsahovať whitespace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attribute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hodnota v HTML značke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element["href"]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link, data-score, alt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môže chýbať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Parser musí počítať s neporiadkom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je výstup pre ľudí a browser, nie stabilné dátové API.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Parsovanie jedného produktu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urllib.parse import urljoin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@dataclass(frozen=True)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Product: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price: float | None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url: str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base_url = "https://example.com"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pomenujeme výsledné dáta. Parser potom nevracia náhodné tuple alebo surové elementy.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Chýbajúci element nie je výnimočná situácia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parse_product(item) -&gt; Product | None: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link = item.select_one(".product__link")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link is None or not link.get_text(strip=True):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None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price_node = item.select_one(".price")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 = parse_price(price_node.get_text(strip=True)) if price_node else None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Product(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title=link.get_text(strip=True),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price=price,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url=urljoin(base_url, link.get("href", "")),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Dobrá parser funkcia vie povedať: tento item nie je použiteľný. Neskôr to vieme logovať alebo testovať.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Pagination cez next link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= "https://example.com/products"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url: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html = fetch_html(url)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soup = BeautifulSoup(html, "html.parser")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item in soup.select("article.product"):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product = parse_product(item)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product: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save(product)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next_link = soup.select_one("a.next")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 = urljoin(url, next_link["href"]) if next_link else None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Stránkovanie má zdroj pravdy v HTML alebo v dokumentácii. Nevymýšľame URL pattern bez overenia.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je samostatný krok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csv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asdict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open("products.csv", "w", newline="", encoding="utf-8")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 = csv.DictWriter(file, fieldnames=["title", "price", "url"])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writer.writeheader()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writer.writerows(asdict(product) for product in products)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Download, parsing a export držte oddelene. Každý krok sa potom dá testovať iným spôsobom.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Dynamická aplikácia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HTML neobsahuje dáta, najprv zisťujeme, odkiaľ ich browser získal.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Prečo httpx.get() dáta nevidí?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 browseri tabuľka existuje. V HTML odpovedi je iba prázdny &lt;div id="app"&gt;. Čo sa pravdepodobne stalo?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 HTML -&gt; browser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 runs JavaScript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JavaScript calls API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 changes after load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 Network pred Playwrightom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automation je drahšia a krehkejšia než priamy request. Najprv hľadáme dátový endpoint.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 -&gt; Fetch/XHR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skontrolovať request URL, method a headers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pozrieť preview/response JSON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overiť pravidlá použitia a limity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Playwright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Keď potrebujeme reálny browser, interakcie a čakanie na stav.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Prvý Playwright script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playwright.sync_api import sync_playwright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sync_playwright() as p: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browser = p.chromium.launch(headless=True)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 = browser.new_page()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page.goto("https://example.com/search")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print(page.title())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browser.close()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Playwright riadi reálny browser. Používame ho, keď nestačí samotná HTTP odpoveď.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Locator namiesto krehkého selectoru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page.get_by_label("Search").fill("python")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page.get_by_role("button", name="Search").click()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page.locator("article.product")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expect(results.first()).to_be_visible()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Locator opisuje prvok z pohľadu používateľa alebo role. Často prežije malé zmeny DOM lepšie než dlhý CSS selector.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time.sleep() nie je waiting strategy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sleep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čaká fixný čas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spomalí rýchle prípady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zlyhá pri pomalom načítaní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neoveruje stav stránky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auto-wait / expect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čaká na konkrétny prvok alebo stav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zlyhá s jasnejšou príčinou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skript opisuje očakávanie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lepšie pre testy aj scraping</a:t>
            </a:r>
            <a:endParaRPr lang="en-US" sz="1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Extrakcia po interakcii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cards = page.locator("article.product")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 = []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 in range(cards.count()):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card = cards.nth(index)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products.append({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"title": card.locator(".product__link").inner_text(),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"url": card.locator("a").get_attribute("href"),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Aj pri Playwrighte chceme na konci štruktúrované dáta, nie náhodné printy z DOM.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vs BeautifulSoup vs Playwright</a:t>
            </a:r>
            <a:endParaRPr lang="en-US" sz="2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Nástroj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Použiť keď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Riziko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API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existuje dokumentovaný dátový endpoint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limity, autentifikácia, verzia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BeautifulSoup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dáta sú v HTML response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zmena markup-u rozbije parser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Playwright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treba interakciu alebo JS render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pomalšie, krehkejšie, náročnejšie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Nástroj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Použiť keď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Riziko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Parser testujeme bez internetu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test_parse_product_handles_missing_price():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html = """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&lt;article class="product"&gt;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&lt;a class="product__link" href="/p/1"&gt;Keyboard&lt;/a&gt;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&lt;/article&gt;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soup = BeautifulSoup(html, "html.parser")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 = parse_product(soup.select_one(".product"))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product.price is None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parsera nepotrebuje živý web. Stačí malý HTML fragment, ktorý reprezentuje očakávaný aj okrajový prípad.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Requesty musia mať limit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Scraper nemá byť nekonečná slučka, ktorá zaťažuje cudziu službu alebo ignoruje jej pravidlá.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hľadať oficiálne API a pravidlá použitia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nastaviť timeout a maximálny počet stránok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medzi requestmi použiť primeranú pauzu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cache alebo uložený HTML snapshot znižuje opakované volania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Scraper je zmluva s cudzou stránkou, ktorá nebola napísaná pre vás.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Preto najprv hľadáme API, potom HTML dáta, potom browser automatizáciu, a vždy rešpektujeme pravidlá služby a primeranú frekvenciu requestov.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scraping a automatizácia prehliadača</dc:title>
  <dc:subject>Programovanie v Pythone</dc:subject>
  <dc:creator>TUKE FEI</dc:creator>
  <cp:lastModifiedBy>TUKE FEI</cp:lastModifiedBy>
  <cp:revision>1</cp:revision>
  <dcterms:created xsi:type="dcterms:W3CDTF">2026-09-15T21:39:10Z</dcterms:created>
  <dcterms:modified xsi:type="dcterms:W3CDTF">2026-09-15T21:39:10Z</dcterms:modified>
</cp:coreProperties>
</file>