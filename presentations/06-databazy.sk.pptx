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Databázy v Pythone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 súboru k dátam, ktoré prežijú ďalšie spustenie programu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Cieľ prednášky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rozhodnúť, kedy už CSV alebo JSON nestačí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vytvoriť SQLite databázu cez sqlite3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písať parametrizované SQL a pracovať s transakciou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rozumieť, čo pridáva SQLAlchemy ORM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Súbor alebo databáza?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/ JSON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jednoduché uloženie a výmena dát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vhodné pre malé, zriedka menené dáta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spracuje celý súbor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Databáza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vyhľadávanie a zmeny podľa dotazu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vzťahy a pravidlá medzi dátami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viac operácií ostáva konzistentných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Problém nie je iba veľkosť súboru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Databázu potrebujeme najmä vtedy, keď sa dáta často menia a musíme chrániť ich vzájomné vzťahy.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nájsť výsledky jedného študenta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nezapísať výsledok k neexistujúcemu predmetu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uložiť viac krokov ako jednu celistvú zmenu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databáza poskytuje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tabuľky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dotazy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constraints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transakcie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SQLite a prvý dotaz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Reálna relačná databáza uložená v jednom súbore.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Prečo práve SQLite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 súčasťou štandardného Pythonu cez sqlite3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nepotrebuje samostatný databázový server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rovnaké SQL princípy prenášame aj na väčšie databázy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dobrá voľba pre desktop nástroj, prototyp aj lokálnu aplikáciu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Pripojenie a kurzor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sqlite3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 = sqlite3.connect("results.db")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 = connection.cursor()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cursor vykonáva SQL príkazy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cursor.execute("SELECT sqlite_version()")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print(cursor.fetchone())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Súbor results.db sa vytvorí pri prvom pripojení. Connection reprezentuje databázu, cursor vykonáva dotazy.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Schéma je dohoda o dátach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students 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 INTEGER PRIMARY KEY,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TEXT NOT NULL,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email TEXT UNIQUE NOT NULL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courses 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 INTEGER PRIMARY KEY,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 TEXT NOT NULL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Tabuľka určuje stĺpce a ich pravidlá. Constraints zachytia chybu bližšie ku zdroju dát.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Základné constraints</a:t>
            </a:r>
            <a:endParaRPr lang="en-US" sz="2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Constraint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Význam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Príklad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PRIMARY KEY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jednoznačný identifikátor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NULL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hodnota je povinná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name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UNIQUE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hodnota sa nesmie opakovať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email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FOREIGN KEY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odkazuje na existujúci riadok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student_id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Constraint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Význam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Príklad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Otázka: čo má databáza odmietnuť?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 tabuľke students je email UNIQUE. Ktorý INSERT musí zlyhať?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INTO students (name, email)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('Anna', 'anna@tuke.sk');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INTO students (name, email)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('Peter', 'anna@tuke.sk');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vždy parametrizovane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 = ("Anna", "anna@tuke.sk")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cursor.execute(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"INSERT INTO students (name, email) VALUES (?, ?)",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connection.commit()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Hodnoty nie sú súčasťou SQL stringu. Driver ich bezpečne odošle a korektne spracuje úvodzovky.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 interpolation nie je SQL API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Nesprávne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f"... WHERE email = '{email}'"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vstup mení štruktúru dotazu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riziko SQL injection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Správne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email = ?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hodnoty sú samostatné parametre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funguje pre každý používateľský vstup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Transakcia drží zmenu pokope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Buď sa uložia všetky kroky, alebo žiadny z nich.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BEGIN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/ UPDATE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alebo ROLLBACK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a rollback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cursor.execute(sql_one, values_one)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cursor.execute(sql_two, values_two)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connection.commit()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sqlite3.Error: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connection.rollback()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potvrdí zmenu. Pri chybe rollback zabráni polovične uloženému stavu.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vracia riadky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cursor.execute(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name, email FROM students ORDER BY name"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name, email in cursor.fetchall():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print(f"{name}: {email}")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connection.close()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Databáza vie filtrovať a triediť. Python už dostane iba výsledok, ktorý potrebuje.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Vzťahy a JOIN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Viac tabuliek rozdelí dáta podľa ich významu.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Course Results Database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id, name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student_id, course_id, points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courses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id, title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 spojí súvisiace riadky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students.name, courses.title, results.points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results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students ON students.id = results.student_id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courses ON courses.id = results.course_id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results.points &gt;= ?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results.points DESC;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results obsahuje väzby a body. JOIN doplní mená študenta a predmetu bez duplikovania textov v každom riadku.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Otázka: kde patrí názov predmetu?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Prečo nezapisujeme text 'Python' do každého riadku results?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  1 ─── * results * ─── 1 courses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student_id, course_id, points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SQLAlchemy a ORM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ORM nemení databázu na Python list. Mapuje modely na tabuľky.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Priame SQL alebo ORM?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sqlite3 + SQL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presne vidíme každý dotaz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malý projekt alebo špecifický dotaz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treba manuálne mapovať riadky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SQLAlchemy ORM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triedy opisujú model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pohodlná práca s objektmi a vzťahmi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stále musíme rozumieť SQL</a:t>
            </a:r>
            <a:endParaRPr lang="en-US" sz="16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v SQLAlchemy 2.x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sqlalchemy.orm import DeclarativeBase, Mapped, mapped_column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Base(DeclarativeBase):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Student(Base):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__tablename__ = "students"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Mapped[int] = mapped_column(primary_key=True)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Mapped[str] = mapped_column(unique=True)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Trieda opisuje tabuľku, atribúty opisujú stĺpce. Databáza však stále určuje pravidlá a vykonáva SQL.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zapíše objekt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 import create_engine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sqlalchemy.orm import Session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= create_engine("sqlite:///results.db")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Base.metadata.create_all(engine)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Session(engine) as session: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session.add(Student(name="Anna"))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session.commit()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drží jednotku práce s objektmi. commit má stále rovnaký význam: potvrdiť transakciu.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cez select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 import select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Session(engine) as session: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statement = select(Student).where(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Student.name == "Anna"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 = session.scalar(statement)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print(student.name)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ORM API je Pythonic rozhranie, nie dôvod prestať myslieť na filtre, indexy a počet dotazov.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Kde sa databáza končí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UI a HTTP handler validujú vstup pre používateľa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aplikačná logika rozhoduje, čo sa má stať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databáza chráni integritu vlastnými constraints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žiadna vrstva nenahrádza ostatné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Krátka ukážka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 prázdneho súboru k databáze s jedným výsledkom.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sqlite3.connect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TABLE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parametrizovaný INSERT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s parametrom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Zhrnutie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databáza rieši dotazy, vzťahy a konzistentné zmeny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SQLite je praktická relačná databáza pre Python aplikáciu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parametre chránia štruktúru dotazu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ORM zjednodušuje mapovanie, nie databázové princípy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Ďalej: Data Science v Pythone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Keď chceme z uložených dát dostať odpoveď, nie iba záznamy.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Databázy v Pythone</dc:title>
  <dc:subject>Programovanie v Pythone</dc:subject>
  <dc:creator>TUKE FEI</dc:creator>
  <cp:lastModifiedBy>TUKE FEI</cp:lastModifiedBy>
  <cp:revision>1</cp:revision>
  <dcterms:created xsi:type="dcterms:W3CDTF">2026-09-15T19:03:04Z</dcterms:created>
  <dcterms:modified xsi:type="dcterms:W3CDTF">2026-09-15T19:03:04Z</dcterms:modified>
</cp:coreProperties>
</file>