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Databázy v Pythone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file storage k relačnej databáze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 súbor je dobrý začiatok, nie databázový systém.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potrebujeme dotazy, čiastočné zmeny, vzťahy, constraints a transakcie, presúvame zodpovednosť do databázy.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File storage alebo databáza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/ CSV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ľahké uloženie a prenos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často načíta celý súbor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pravidlá kontroluje aplikačný kód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súbežné zmeny sú problém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dotazy nad vybranými riadkami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vzťahy medzi tabuľkami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constraints vynucuje DB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krokov ako jedna transakcia</a:t>
            </a:r>
            <a:endParaRPr lang="en-US" sz="16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Reservation system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doména nás prevedie modelom, SQL aj ORM.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Doména pred tabuľkami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pomenujeme veci, ktoré aplikácia rieši. Až potom zapisujeme SQL.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interval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Relačný model</a:t>
            </a:r>
            <a:endParaRPr lang="en-US" sz="2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Tabuľka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Stĺpce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Úloha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rooms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id, name, capacity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sa dá rezervovať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id, email, full_name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kto rezervuje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reservations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id, room_id, user_id, starts_at, ends_at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vzťah v čase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Tabuľka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Stĺpce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Úloha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Schéma vyjadruje pravidlá dát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rooms (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TEXT NOT NULL UNIQUE,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capacity INTEGER NOT NULL CHECK (capacity &gt; 0)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reservations (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 INTEGER NOT NULL REFERENCES rooms(id),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 TEXT NOT NULL,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 TEXT NOT NULL,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 TEXT NOT NULL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všetky pravidlá patria do Pythonu. DB má sama odmietnuť neplatné alebo nekonzistentné dáta.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a foreign key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Kľúče nie sú formálnosť. Umožňujú jednoznačne identifikovať riadok a udržať vzťah medzi tabuľkami.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key: stabilná identita riadku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foreign key: odkaz na existujúci riadok inde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UNIQUE: hodnota sa nesmie opakovať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CHECK: jednoduché pravidlo nad hodnotou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SQLite a SQL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je reálna relačná databáza bez samostatného servera.</a:t>
            </a:r>
            <a:endParaRPr lang="en-US" sz="1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Connection a context manager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sqlite3.connect("reservations.db") as connection: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connection.execute("PRAGMA foreign_keys = ON")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rows = connection.execute(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"SELECT id, name FROM rooms ORDER BY name"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).fetchall()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Connection reprezentuje databázu. Context manager spraví commit pri úspechu a rollback pri výnimke.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INSERT musí byť parametrizovaný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rooms (name, capacity)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(?, ?)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("B-201", 24),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Placeholdery chránia štruktúru SQL dotazu. Hodnoty zostávajú hodnotami, nie časťou SQL syntaxe.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 interpolation nie je SQL API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f-string mieša syntax dotazu a hodnoty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escaping sa nesnažíme písať ručne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parametre fungujú aj pre čísla, text a dátumy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f"SELECT * FROM users WHERE email = '{email}'"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connection.execute(sql)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správne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users WHERE email = ?",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(email,),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CRUD v jednej tabuľke</a:t>
            </a:r>
            <a:endParaRPr lang="en-US" sz="2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Operácia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SQL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Poznámka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INSERT INTO rooms ...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parametre, potom commit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SELECT ... WHERE id = 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DB filtruje, Python spracuje výsledok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Update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UPDATE rooms SET capacity = 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pozor na WHERE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FROM rooms WHERE id = 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constraints môžu zmazanie odmietnuť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Poznámka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 vracia konkrétne stĺpce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connection.execute(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id, name, capacity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rooms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 capacity &gt;= ?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capacity DESC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(20,),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rooms = cursor.fetchall()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Nepýtame si celý súbor. Databáza vyberá riadky a stĺpce, ktoré potrebujeme.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Konzistentná zmena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Reservation nie je jeden osamotený zápis.</a:t>
            </a:r>
            <a:endParaRPr lang="en-US" sz="1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Transakcia drží kroky pokope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jeden krok zlyhá, databáza sa nemá dostať do polovičného stavu.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skontrolovať room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overiť konflikt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vložiť reservation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alebo rollback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Transakcia v sqlite3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sqlite3.connect("reservations.db") as connection: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connection.execute("PRAGMA foreign_keys = ON")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reservations (room_id, user_email, starts_at, ends_at) VALUES (?, ?, ?, ?)",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(room_id, email, starts_at, ends_at),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sqlite3.IntegrityError as error: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ValueError("reservation cannot be stored") from error</a:t>
            </a:r>
            <a:endParaRPr lang="en-US" sz="127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výnimke context manager spraví rollback. Integritu odmietla databáza, nie až neskorší výpis.</a:t>
            </a:r>
            <a:endParaRPr lang="en-US" sz="15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JOIN vyplýva zo vzťahov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r.id, rooms.name, r.user_email, r.starts_at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reservations AS 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rooms ON rooms.id = r.room_id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rooms.name = 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r.starts_at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 neukladá názov miestnosti duplicitne do každej rezervácie. Spojí súvisiace riadky pri čítaní.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Kde má byť constraint?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Kapacita miestnosti nesmie byť záporná. Stačí kontrola v jednom formulári?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INTEGER NOT NULL CHECK (capacity &gt; 0)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ORM až po SQL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 mapuje objekty na tabuľky. Nenahrádza databázové princípy.</a:t>
            </a:r>
            <a:endParaRPr lang="en-US" sz="19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Priame SQL alebo ORM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presná kontrola nad dotazom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ľahšie vysvetlenie výkonu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pre reporty a špecifické JOINy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ručného mapovania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doménové modely v Pythone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sleduje zmeny objektov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 zjednodušia navigáciu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môže skryť drahé dotazy</a:t>
            </a:r>
            <a:endParaRPr lang="en-US" sz="16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Declarative model v SQLAlchemy 2.x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DeclarativeBase, Mapped, mapped_column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Base(DeclarativeBase):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Room(Base):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"rooms"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 = mapped_column(unique=True)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capacity: Mapped[int]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opisuje tabuľku. Databáza stále existuje a stále vynucuje svoje constraints.</a:t>
            </a:r>
            <a:endParaRPr lang="en-US" sz="1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Relationship pomenúva väzbu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Reservation(Base):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"reservations"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Mapped[int] = mapped_column(ForeignKey("rooms.id"))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Mapped[str]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room: Mapped[Room] = relationship()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Foreign key je databázové pravidlo. relationship je pohodlný Python pohľad na rovnaký vzťah.</a:t>
            </a:r>
            <a:endParaRPr lang="en-US" sz="17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a select()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select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statement = select(Room).where(Room.capacity &gt;= 20)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rooms = session.scalars(statement).all()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2.x používa select() a Session. Stále je užitočné vedieť, aký SQL dotaz z toho vznikne.</a:t>
            </a:r>
            <a:endParaRPr lang="en-US" sz="1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Zapísanie objektu cez Session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 = Reservation(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room_id=room_id,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user_email=email,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session.add(reservation)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session.refresh(reservation)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je stále rozhodujúci moment. refresh načíta hodnoty, ktoré doplnila databáza, napríklad id.</a:t>
            </a:r>
            <a:endParaRPr lang="en-US" sz="1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Databáza je samostatná hranica aplikácie.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pripraví požiadavku na zmenu, databáza vynúti integritu a transakcia rozhodne, či sa celá zmena uloží.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Databázy v Pythone</dc:title>
  <dc:subject>Programovanie v Pythone</dc:subject>
  <dc:creator>TUKE FEI</dc:creator>
  <cp:lastModifiedBy>TUKE FEI</cp:lastModifiedBy>
  <cp:revision>1</cp:revision>
  <dcterms:created xsi:type="dcterms:W3CDTF">2026-09-15T21:51:34Z</dcterms:created>
  <dcterms:modified xsi:type="dcterms:W3CDTF">2026-09-15T21:51:34Z</dcterms:modified>
</cp:coreProperties>
</file>