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 a event-driven programovanie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Terminálový program má pevné poradie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input("Meno: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print(f"Ahoj, {name}")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si vypýta vstup, spracuje ho, vypíše výstup a skončí.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Lineárny tok riadenia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 program neurčuje ďalší krok používateľa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Používateľ môže písať, kliknúť, zmeniť voľbu, vybrať súbor alebo zavrieť okno v rôznom poradí.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program musí čakať na udalosti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reakcia je rozdelená do malých handlerov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stav aplikácie sa mení počas behu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 programming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Riadenie programu prechádza od pevnej sekvencie krokov k event loopu.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app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widgets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mainloop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for event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callback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UI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Základné pojmy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Pojem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Praktický 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niečo sa stalo: klik, kláves, výber súboru, zatvorenie okna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callback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funkcia, ktorú GUI framework zavolá pri udalosti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viditeľný prvok rozhrania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údaje, ktoré aplikácia práve drží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loop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cyklus, ktorý čaká na udalosti a odovzdáva ich callbackom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`mainloop()` drží aplikáciu pri živote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window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root.title("Moja aplikácia")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 event loopu by sa okno vytvorilo a program by hneď skončil.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Tkinter a ttk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Použijeme ich ako dostupný nástroj na vysvetlenie GUI modelu.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Tkinter v tomto predmete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je súčasťou bežného Python ekosystému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stačí na malé desktopové nástroje a výučbu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ttk poskytuje themed widgets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nie je jediný GUI framework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event-driven model platí aj mimo Tkinteru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Prvé okno po častiach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root.title("Text Analyzer")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`ttk` pre bežné ovládacie prvky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zobrazuje text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text="Pripravené")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label.pack(padx=20, pady=20)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 najprv vytvoríme, potom ho umiestnime layout managerom.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odkazuje na callback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print("Ahoj")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text="Klikni",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command=say_hello,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očakáva funkciu, nie výsledok funkcie.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Kedy sa funkcia zavolá?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Rozdiel je medzi odovzdaním funkcie a okamžitým zavolaním.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command=save()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mení rozhranie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UI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 = ttk.Label(root, text="")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message.config(text="Ahoj!")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text="Pozdraviť", command=say_hello)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Udalosť a reakcia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event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 update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again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Vstup, layout a stav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Jednoduché GUI začína formulárom, nie množstvom widgetov.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poskytuje text v čase udalosti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name_entry = ttk.Entry(root)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 = ttk.Label(root, text="")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name_entry.get()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message.config(text=f"Ahoj, {name}!")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Hodnotu z poľa čítame v callbacku, nie pri vytváraní widgetu.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Malý formulár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Meno:  [__________]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[Pozdraviť]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Ahoj, Anna!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manager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pack()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rýchle vertikálne alebo horizontálne uloženie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vhodné pre jednoduché okná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menšia kontrola pri formulároch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grid()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riadky a stĺpce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vhodné pre formuláre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podporuje padx, pady, sticky, columnspan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 cez `grid()`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 0       column 1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Meno:          [________]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Email:         [________]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[Uložiť]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ttk.Label(root, text="Meno:").grid(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row=0, column=0, sticky="w"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name_entry.grid(row=0, column=1, padx=8, pady=4)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save_button.grid(row=2, column=1, sticky="e")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Praktické widgety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Použitie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jeden riadok textu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viacriadkový 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Checkbutton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 voľba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Radiobutton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jedna voľba zo skupiny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Combobox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výber zo zoznamu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Listbox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zoznam položiek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Stav aplikácie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Stav sú údaje, podľa ktorých sa aplikácia práve rozhoduje a ktoré sa menia počas behu.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aktuálny text v poli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vybraný súbor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zapnutý filter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zoznam výsledkov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chybová správa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`StringVar` a `BooleanVar`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tk.StringVar()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= tk.BooleanVar(value=True)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ttk.Entry(root, textvariable=name)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checkbox = ttk.Checkbutton(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text="Aktívne",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variable=enabled,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Tkinter vie niektoré hodnoty prepojiť priamo s widgetmi.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Udalosti mimo tlačidla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command= je špeciálny prípad. Všeobecnejšie udalosti rieši bind().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ako event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submit(event)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print("Submit:", event.keysym)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submit)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z bind() dostane event objekt.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vieme z event objektu?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klávese nás zaujíma keysym. Pri myši budú dôležité súradnice.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handle_key(event)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print(event.keysym)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handle_click(event)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print(event.x, event.y)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Dialógy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filedialog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filedialog.askopenfilename(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filetypes=[("Text files", "*.txt")]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messagebox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messagebox.showerror(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"Chyba",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"Súbor sa nepodarilo načítať."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Priebežný príklad: Text Analyzer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 nad jednoduchou aplikačnou logikou.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Analyzer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vybrať .txt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načítať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analyzovať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zobraziť štatistiky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uložiť výsledok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`dataclass` pre výsledok analýzy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TextStats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Aplikačná logika mimo GUI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lines=len(text.splitlines()),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words=len(text.split()),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characters=len(text),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Túto funkciu vieme neskôr testovať bez otvorenia okna.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koordinuje UI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on_open_file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on_open_file()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 = filedialog.askopenfilename()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filename: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analyze_text(text)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result_label.config(text=f"{stats.words} slov")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vyberie súbor, zavolá aplikačnú logiku a aktualizuje widgety.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Výnimky v GUI musia byť viditeľné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validácia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 = int(age_entry.get())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"Chyba",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"Zadajte celé číslo."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súbor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path.read_text(encoding="utf-8")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OSError as 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"Chyba",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str(error)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 patrí táto logika?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číta widgety, otvára súbor, parsuje dáta, počíta výsledky, validuje vstupy, ukladá výstup a mení UI.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nemá obsahovať celú aplikáciu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ťažko testovateľné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text_widget.get("1.0", "end")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 = text.splitlines()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 = text.split()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result_label.config(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text=f"{len(lines)} / {len(words)}"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lepšie delenie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text_widget.get("1.0", "end")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analyze_text(text)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update_result(stats)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calculate_stats(text)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Kreslenie, súradnice a udalosti myši.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Súradnice na Canvas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systém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(0,0) ----------&gt; x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width=400, height=250)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canvas.create_rectangle(20, 20, 120, 80)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canvas.create_oval(160, 30, 230, 100)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canvas.create_line(20, 140, 230, 140)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canvas.create_text(80, 190, text="Canvas")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Kliknutie vytvorí objekt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mouse event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draw_circle(event) -&gt; None: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radius = 10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- radius, y - radius,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+ radius, y + radius,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`after()` namiesto blokovania event loopu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blokuje UI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time.sleep(10)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label.config(text="Hotovo")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plánuje ďalšiu udalosť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label.config(text=current_time())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sa stane s oknom?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beží 10 sekúnd a počas toho volá time.sleep(10). Čo bude používateľ vidieť?</a:t>
            </a:r>
            <a:endParaRPr lang="en-US" sz="1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Organizácia a ekosystém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Väčšie Tkinter GUI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funkcie pre aplikačnú logiku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krátke callbacky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stav na jednom mieste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trieda Application iba keď pomáha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Iné frameworky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PySide / PyQt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Kivy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webové UI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rovnaký princíp udalostí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od prázdneho súboru k GUI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Tk() a titulok okna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Label, Entry, Button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callback cez command=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grid() pre formulár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Enter event cez bind()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Prepojenie s testovaním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 event-driven programovanie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