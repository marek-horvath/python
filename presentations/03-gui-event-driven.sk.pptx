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 a event-driven programovanie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čaká na používateľa, nie na ďalší riadok kódu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Cieľ prednášky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porozumieť event loopu a callbackom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postaviť malé Tkinter/ttk okno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oddeliť UI od aplikačnej logiky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použiť udalosti, dialógy a Canvas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Lineárny program a GUI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Terminál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→ spracovanie → output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poradie krokov určuje program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skončí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používateľ si vyberá ďalšiu akciu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kliknutie, kláves, výber súboru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aplikácia zostáva otvorená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Terminálový program má pevné poradie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input("Meno: 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print(f"Ahoj {name}")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Tento program vie, čo bude nasledovať. GUI to vedieť nemôže.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loop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Najdôležitejší model celej prednášky.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Ako GUI reaguje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vytvorenie okna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mainloop()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udalosť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Pojmy, ktoré potrebujeme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widget: prvok rozhrania, napríklad Button alebo Entry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event: kliknutie, stlačenie klávesu alebo zmena hodnoty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callback: funkcia zavolaná po udalosti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state: údaje, ktoré si aplikácia pamätá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Prvé okno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tkinter as tk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= tk.Tk()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root.title("Moja aplikácia")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root.mainloop()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mainloop() neukončuje program. Odovzdá riadenie event loopu.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Widgety a callbacky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Tkinter je nástroj na vysvetlenie modelu, nie jediný GUI framework.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 a Button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ttk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 = ttk.Label(root, text="Ahoj")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label.pack()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ttk.Button(root, text="Klikni")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button.pack()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ttk poskytuje themed widgety. V príkladoch ho používame tam, kde je vhodný.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 odovzdávame, nevoláme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say_hello()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print("Ahoj")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text="Klikni",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command=say_hello,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command=say_hello odovzdá funkciu. command=say_hello() ju zavolá hneď pri tvorbe tlačidla.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Otázka: kedy sa funkcia zavolá?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Porovnajte tieto dva zápisy ešte pred spustením.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command=save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command=save()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 aktualizuje UI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say_hello()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label.config(text="Ahoj!")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 = ttk.Label(root, text="Čakám")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ttk.Button(root, text="Pozdraviť", command=say_hello)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Udalosť spustí callback; callback zmení stav alebo widget; UI zobrazí nový výsledok.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Vstup, layout a stav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Malý formulár už ukáže všetky základné vzťahy.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 a výsledok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 = ttk.Entry(root)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ttk.Label(root, text="")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greet()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= entry.get().strip()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result.config(text=f"Ahoj, {name}!")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z Entry čítame v momente udalosti, nie pri jeho vytvorení.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grid() pre formulár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Meno: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Email: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Uložiť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Základ grid layoutu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ttk.Label(root, text="Meno:").grid(row=0, column=0, padx=8, pady=8)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entry.grid(row=0, column=1, padx=8, pady=8)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button.grid(row=1, column=1, sticky="e")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 jednom kontajneri nemiešajte pack() a grid().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Stav aplikácie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v Entry je stav rozhrania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selected_file je stav vybraného vstupu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výsledok analýzy je aplikačný stav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StringVar a BooleanVar sú pomocné prepojenia, nie povinnosť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Events a dialógy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Tlačidlo nie je jediný zdroj udalosti.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 spustí tú istú akciu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submit(event=None)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greet()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button.config(command=submit)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entry.bind("&lt;Return&gt;", submit)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Handler z bind dostane event argument. Default None dovolí použiť tú istú funkciu aj pre command.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Súborový dialóg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filedialog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filename = filedialog.askopenfilename(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filetypes=[("Text files", "*.txt")],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filename: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print(filename)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 nie je chyba. Používateľ jednoducho nevybral súbor.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Analyzer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 zmysluplne prepája Prednášku 02 a Prednášku 03.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Logika mimo callbacku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TextStats: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lines: int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words: int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characters: int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analyze_text(text: str) -&gt; TextStats: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TextStats(text.count("\n") + 1, len(text.split()), len(text))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Táto funkcia sa dá testovať bez okna. Callback má len koordinovať vstup a výstup.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 logika a aplikačná logika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prečíta widget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otvorí dialóg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aktualizuje Label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Funkcia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spracuje text alebo dáta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vráti výsledok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dá sa samostatne testovať</a:t>
            </a:r>
            <a:endParaRPr lang="en-US" sz="16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Validácia v GUI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messagebox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read_age() -&gt; int |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int(entry.get())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ValueError: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messagebox.showerror("Chybný vstup", "Zadajte celé číslo.")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None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Výnimku premeníme na správu, ktorej používateľ rozumie.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Canvas a čas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loop spracúva aj myš a naplánované udalosti.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Kliknutie kreslí kruh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 = tk.Canvas(root, width=500, height=300)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draw_circle(event)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x, y = event.x, event.y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canvas.create_oval(x - 12, y - 12, x + 12, y + 12, fill="#1877B9")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canvas.bind("&lt;Button-1&gt;", draw_circle)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nesie súradnice kliknutia. Callback ich použije pri kreslení.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after() namiesto sleep()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update_clock()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clock.config(text=time.strftime("%H:%M:%S"))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root.after(1000, update_clock)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update_clock()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time.sleep() v callbacku zablokuje event loop a okno prestane reagovať.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Zhrnutie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 je event-driven: reaguje na udalosti v ľubovoľnom poradí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mainloop() čaká; callbacky robia krátku konkrétnu prácu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aplikačná logika má byť mimo widgetov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loop je všeobecný koncept aj mimo Tkinter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Ďalej: Testovanie, debugging a kvalita kódu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Ako overiť funkcie, ktoré vznikli v scriptoch aj GUI aplikáciách.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 a event-driven programovanie</dc:title>
  <dc:subject>Programovanie v Pythone</dc:subject>
  <dc:creator>TUKE FEI</dc:creator>
  <cp:lastModifiedBy>TUKE FEI</cp:lastModifiedBy>
  <cp:revision>1</cp:revision>
  <dcterms:created xsi:type="dcterms:W3CDTF">2026-09-15T18:40:41Z</dcterms:created>
  <dcterms:modified xsi:type="dcterms:W3CDTF">2026-09-15T18:40:41Z</dcterms:modified>
</cp:coreProperties>
</file>