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a event-driven programovanie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86384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aplikácia, udalosti a stav používateľského rozhrania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65392" y="1353312"/>
            <a:ext cx="473659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353312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42646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784848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84848" y="2249424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1085" y="2249424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1085" y="2331720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784848" y="2843784"/>
            <a:ext cx="4297680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9352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903720" y="33192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Prejsť si callbacky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784848" y="500176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50749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665208" y="500176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65208" y="50749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784848" y="54681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bude aplikácia robiť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212848" y="16550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912864" y="16550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94944" y="221284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 úlohu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2194560" y="1847088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847088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1883664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2286000" y="2103120"/>
            <a:ext cx="36393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139696"/>
            <a:ext cx="3511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304288" y="2414016"/>
            <a:ext cx="3602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žiadne úlohy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304288" y="2807208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6254496" y="2276856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6288" y="1847088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847088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883664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7013448" y="213969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986016" y="2807208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694944" y="36576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Označiť ako hotovú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2194560" y="3291840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3291840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2576" y="3328416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2276856" y="3566160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584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304288" y="4251960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6254496" y="3721608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3291840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3291840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3328416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6958584" y="3566160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3584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986016" y="4251960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694944" y="5102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 úlohu</a:t>
            </a:r>
            <a:endParaRPr lang="en-US" sz="1420" dirty="0"/>
          </a:p>
        </p:txBody>
      </p:sp>
      <p:sp>
        <p:nvSpPr>
          <p:cNvPr id="40" name="Shape 38"/>
          <p:cNvSpPr/>
          <p:nvPr/>
        </p:nvSpPr>
        <p:spPr>
          <a:xfrm>
            <a:off x="2194560" y="4736592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4736592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22576" y="4773168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2276856" y="5010912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50292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304288" y="5696712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6254496" y="5166360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4736592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76288" y="4736592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04304" y="4773168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6986016" y="5047488"/>
            <a:ext cx="3602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žiadne úlohy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986016" y="5696712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Vstup, udalosť, reakcia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text: Poslať zadanie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9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2834640"/>
            <a:ext cx="333756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kliknutie na Pridať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nový riadok v zozname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Doterajší skript má jeden priebeh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si vypýta vstup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spracuje ho na určenom mieste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vypíše výsledok a pokračuje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input("Úloha: ")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text.strip()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print(f"Pridané: {text}")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má viac možných ďalších krokov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3803904" y="1847088"/>
            <a:ext cx="45720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847088"/>
            <a:ext cx="457200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20240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0" y="23225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303141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825496"/>
            <a:ext cx="28302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164507" y="2743200"/>
            <a:ext cx="991941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4507" y="2825496"/>
            <a:ext cx="9919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023360" y="3337560"/>
            <a:ext cx="413308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342900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023360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23360" y="562356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2176272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225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písať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3291840" y="2523744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2176272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23225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kliknúť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375904" y="2523744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34840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811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stlačiť Enter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3291840" y="4782312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87968" y="4434840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97696" y="45811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zavrieť okno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8375904" y="4782312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Cieľ prednášky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vysvetliť úlohu mainloop()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pripojiť callback k tlačidlu a klávese Enter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čítať vstup z Entry a meniť stav aplikácie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udržať zhodu medzi dátami a obsahom okna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Najmenšie okno Tkinter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Tk() vytvorí hlavné okno; title() nastaví text v jeho titulku.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mainloop() drží program otvorený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čaká na udalosti operačného systému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odovzdáva ich pripojeným callbackom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skončí po zatvorení hlavného okna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  # event loop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sa stane bez mainloop()?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EVENT LOOPU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 dôjde na koniec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EVENT LOOPOM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mainloop() program neposkytne trvalo použiteľné okno; s ním zostáva okno otvorené a reaguje.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Prvý widget: Label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 = tk.Label(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text="Moje úlohy",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font=("Arial", 16, "bold"),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nadpis.grid(row=0, column=0, columnspan=2)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Vytvorenie widgetu a jeho umiestnenie cez grid() sú dva samostatné kroky.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Entry drží aktuálny text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písaním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napísaní textu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 = tk.Entry(root, width=34)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column=0)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je zatiaľ iba vo widgete. Žiadna operácia sa nespustila.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Button zatiaľ iba existuje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 = tk.Button(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text="Pridať",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Tlačidlo je viditeľné, ale bez command zatiaľ nemá aplikačné správanie.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grid() ukladá prvky do riadkov a stĺpcov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965960"/>
            <a:ext cx="47091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1965960"/>
            <a:ext cx="0" cy="269748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154680"/>
            <a:ext cx="47091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916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13632" y="1691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" y="2386584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nadpis · columnspan=2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356616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· row=1, column=0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913632" y="35661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· row=1, column=1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5897880" y="1874520"/>
            <a:ext cx="5614416" cy="352044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874520"/>
            <a:ext cx="5614416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993392"/>
            <a:ext cx="5175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6117336" y="2532888"/>
            <a:ext cx="5138928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nadpis.grid(row=0, column=0, columnspan=2)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column=1)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Odstupy spravia rovnaký layout čitateľnejší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odstupov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2670048"/>
            <a:ext cx="368466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52344"/>
            <a:ext cx="34834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25914" y="2670048"/>
            <a:ext cx="1198230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5914" y="2752344"/>
            <a:ext cx="1198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31520" y="3118104"/>
            <a:ext cx="49926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282696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142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306824" y="3941064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40142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1520" y="4407408"/>
            <a:ext cx="4992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padx, pady a sticky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column=0, padx=12, pady=8, sticky="ew")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column=1, padx=(0, 12), pady=8)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Používame iba parametre, ktoré pomáhajú tomuto konkrétnemu rozloženiu.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Aktuálny stav programu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 = tk.Label(root, text="Moje úlohy")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 = tk.Entry(root, width=34)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 = tk.Button(root, text="Pridať")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nadpis.grid(row=0, column=0, columnspan=2)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column=0, padx=12, pady=8)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column=1, padx=(0, 12))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Každý viditeľný prvok má zodpovedajúce vytvorenie widgetu aj umiestnenie.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Kliknutie je udalosť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3803904" y="1847088"/>
            <a:ext cx="45720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847088"/>
            <a:ext cx="457200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20240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0" y="23225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303141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825496"/>
            <a:ext cx="28302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164507" y="2743200"/>
            <a:ext cx="991941" cy="393192"/>
          </a:xfrm>
          <a:prstGeom prst="rect">
            <a:avLst/>
          </a:prstGeom>
          <a:solidFill>
            <a:srgbClr val="DCECF6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4507" y="2825496"/>
            <a:ext cx="9919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023360" y="3337560"/>
            <a:ext cx="413308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023360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23360" y="562356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3127248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Ktorý kód sa má vykonať?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3291840" y="3474720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3127248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Kedy sa má vykonať?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375904" y="3474720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Prvá reakcia na tlačidlo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print("Kliknutie")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 = tk.Button(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 text="Pridať", command=pridaj_ulohu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Kliknutie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Kliknutie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Tkinter zavolá callback pri každom kliknutí. Funkciu nevoláme sami pri tvorbe tlačidla.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potrebuje funkciu, nie jej výsledok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SPRÁVNE · NESKÔR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command=pridaj_ulohu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odovzdá objekt funkcie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volanie príde po kliknutí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CHYBNE · IHNEĎ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command=pridaj_ulohu()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funkciu zavolá pri tvorbe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tlačidla a uloží jej výsledok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Zátvorky znamenajú okamžité volanie. Bez zátvoriek odovzdávame funkciu, ktorú Tkinter zavolá neskôr.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získame z Entry v čase udalosti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vstup.get()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print(repr(text))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prázdne pole  → ''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napísaný text → 'Poslať zadanie'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je zdrojom aktuálnej hodnoty. get() čítame až v callbacku.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Prázdny vstup ignorujeme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vstup.get().strip()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print(f"Pridané: {text}")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strip() zmení vstup zložený iba z medzier na prázdny reťazec; do zoznamu nič nepribudne.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Novú úlohu zobrazí Listbox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kliknutím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kliknutí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Poslať zadanie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 = tk.Listbox(root, height=7)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zoznam.grid(row=2, column=0, columnspan=2, sticky="ew")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zoznam.insert(tk.END, text)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tk.END znamená vloženie za posledný existujúci riadok.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pridaní vstup vyčistíme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vstup.get().strip()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zoznam.insert(tk.END, text)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vstup.delete(0, tk.END)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Poradie je dôležité: najprv text načítať, potom vložiť a až nakoniec vymazať pole.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vyvolá rovnakú operáciu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tlačidlo používa command bez argumentu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bind() odovzdá event objekt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spoločná logika zostáva v pridaj_ulohu()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pridaj_enter(event):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pridaj_ulohu()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vstup.bind("&lt;Return&gt;", pridaj_enter)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tlačidlo: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command=pridaj_ulohu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Dva spôsoby pripojenia reakcie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command=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vlastnosť tlačidla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bez event parametra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command=pridaj_ulohu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všeobecná udalosť widgetu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dostane event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vstup.bind("&lt;Return&gt;", pridaj_enter)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callbacku sa aplikácia vráti k čakaniu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otvorenie okna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písanie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aktualizácia zoznamu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ďalšie čakanie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Úloha ako dátový záznam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 = [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"Poslať zadanie", "hotova": False},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"Prejsť si callbacky", "hotova": True},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úlohy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nesplnená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 informácia o dokončení patria do dát aplikácie, nie iba do vykresleného riadka.</a:t>
            </a:r>
            <a:endParaRPr lang="en-US" sz="1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Stav aplikácie a jeho zobrazenie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4800600" cy="396849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47088"/>
            <a:ext cx="480060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65960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96112" y="2505456"/>
            <a:ext cx="432511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 = [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"Poslať zadanie", "hotova": False},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"Prejsť si callbacky", "hotova": True},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0" y="3566160"/>
            <a:ext cx="310896" cy="38404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847088"/>
            <a:ext cx="5084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47088"/>
            <a:ext cx="5084064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92024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638544" y="23225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38544" y="2743200"/>
            <a:ext cx="34205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8860" y="2743200"/>
            <a:ext cx="111483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860" y="2825496"/>
            <a:ext cx="1114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638544" y="3337560"/>
            <a:ext cx="4645152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42900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757416" y="3813048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Prejsť si callbacky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638544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866376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66376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638544" y="552297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" y="608990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Dáta sú zdroj pravdy. Po ich zmene z nich znova vytvoríme obsah okna.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obnov_zobrazenie() premietne dáta do Listbox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obnov_zobrazenie():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zoznam.delete(0, tk.END)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uloha in ulohy: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znacka = "[x]" if uloha["hotova"] else "[ ]"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riadok = f"{znacka} {uloha['text']}"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zoznam.insert(tk.END, riadok)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Prejsť si callbacky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odstránime staré riadky, potom vykreslíme presný aktuálny stav dát.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Stav úlohy má jedno pravidlo zobrazenia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NESPLNENÁ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uloha = {"text": "Poslať zadanie",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"hotova": False}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HOTOVÁ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uloha = {"text": "Poslať zadanie",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"hotova": True}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Značka je odvodená z boolean hodnoty; nie je to druhý nezávislý stav.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Pridanie mení dáta a potom obnoví okno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vstup.get().strip()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ulohy.append({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text,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"hotova": False,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vstup.delete(0, tk.END)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obnov_zobrazenie()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 vyzerá rovnako ako predtým, ale aplikácia teraz pozná aj stav hotova.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curselection() vráti pozíciu vybraného riadka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výberu → ()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Druhý riadok → (1,)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665976" y="3909060"/>
            <a:ext cx="4608576" cy="3429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vyber = zoznam.curselection()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print(vyber)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Výsledkom je tuple indexov. Pri tomto Listboxe pracujeme s jedným vybraným indexom.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Bez výberu callback bezpečne skončí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prepni_hotovu():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vyber = zoznam.curselection()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vyber: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vyber[0]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nesmie predpokladať, že používateľ vykonal kroky v nami očakávanom poradí.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Vybraná úloha zmení stav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kliknutím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" y="3566160"/>
            <a:ext cx="4608576" cy="384048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kliknutí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5976" y="3566160"/>
            <a:ext cx="4608576" cy="384048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vyber[0]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ulohy[index]["hotova"] = True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obnov_zobrazenie()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zoznam.selection_set(index)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prekreslení znovu označíme rovnaký index, pretože delete() pôvodný výber odstráni.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Opakované kliknutie stav prepína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ulohy[index]["hotova"] = 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 ulohy[index]["hotova"]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obnov_zobrazenie()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zoznam.selection_set(index)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klik: [ ] → [x]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klik: [x] → [ ]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prepne boolean a obnovený výber umožní ďalší klik bez opätovného označenia riadka.</a:t>
            </a:r>
            <a:endParaRPr lang="en-US" sz="1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Odstránenie mení rovnaký zdroj pravdy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4800600" cy="396849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47088"/>
            <a:ext cx="480060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65960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96112" y="2505456"/>
            <a:ext cx="432511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odstran_ulohu():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vyber = zoznam.curselection()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vyber: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 ulohy[vyber[0]]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obnov_zobrazenie()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0" y="3566160"/>
            <a:ext cx="310896" cy="38404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847088"/>
            <a:ext cx="5084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47088"/>
            <a:ext cx="5084064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92024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638544" y="23225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38544" y="2743200"/>
            <a:ext cx="34205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8860" y="2743200"/>
            <a:ext cx="111483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860" y="2825496"/>
            <a:ext cx="1114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638544" y="3337560"/>
            <a:ext cx="4645152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42900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Prejsť si callbacky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638544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66376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376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638544" y="552297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08990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odstránením boli v dátach dve úlohy; po del a obnove zostáva iba nevybraná položka.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Počet nesplnených je odvodený údaj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Dve nesplnené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nesplnená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757416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zostava = sum(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 uloha["hotova"] for uloha in ulohy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pocet.config(text=f"Nesplnené: {zostava}")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Počítadlo neukladáme samostatne; vždy ho vypočítame z aktuálnych úloh.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Jeden stav sa premieta na viac miest v okne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96596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2788920"/>
            <a:ext cx="2514600" cy="896112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017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obnov_zobrazenie()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riadky v Listbox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2360" y="379476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počet nesplnených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63240" y="3090672"/>
            <a:ext cx="228600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236976"/>
            <a:ext cx="566928" cy="-62179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3236976"/>
            <a:ext cx="566928" cy="98755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Každý callback mení dáta a potom volá jednu obnovovaciu funkciu. Tak nezabudne aktualizovať časť rozhrania.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Celý program: dáta a funkcie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· 1/2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 = []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obnov_zobrazenie():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zoznam.delete(0, tk.END)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uloha in ulohy: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znacka = "[x]" if uloha["hotova"] else "[ ]"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zoznam.insert(tk.END, f"{znacka} {uloha['text']}")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zostava = sum(not u["hotova"] for u in ulohy)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pocet.config(text=f"Nesplnené: {zostava}")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vstup.get().strip()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ulohy.append({"text": text, "hotova": False})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vstup.delete(0, tk.END)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obnov_zobrazenie()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prepni_hotovu():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vyber = zoznam.curselection()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vyber: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vyber[0]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ulohy[i]["hotova"] = not ulohy[i]["hotova"]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obnov_zobrazenie()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zoznam.selection_set(i)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odstran_ulohu():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vyber = zoznam.curselection()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vyber: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 ulohy[vyber[0]]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obnov_zobrazenie()</a:t>
            </a:r>
            <a:endParaRPr lang="en-US" sz="12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Celý program: okno a widgety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· 2/2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root.title("Moje úlohy")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root.columnconfigure(0, weight=1)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 = tk.Label(root, text="Moje úlohy", font=("Arial", 16, "bold"))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 = tk.Entry(root, width=34)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 = tk.Button(root, text="Pridať", command=pridaj_ulohu)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 = tk.Listbox(root, height=7)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hotovo = tk.Button(root, text="Hotové", command=prepni_hotovu)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odstranit = tk.Button(root, text="Odstrániť", command=odstran_ulohu)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pocet = tk.Label(root, text="")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A UDALOSTI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nadpis.grid(row=0, column=0, columnspan=2, pady=(12, 4))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column=0, padx=(12, 6), sticky="ew")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column=1, padx=(0, 12))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zoznam.grid(row=2, column=0, columnspan=2, padx=12, pady=8, sticky="ew")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hotovo.grid(row=3, column=0, padx=12, sticky="w")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odstranit.grid(row=3, column=1, padx=12, sticky="e")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pocet.grid(row=4, column=0, columnspan=2, pady=(8, 12))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pridaj_enter(event):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pridaj_ulohu()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vstup.bind("&lt;Return&gt;", pridaj_enter)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obnov_zobrazenie()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3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Priebeh jedného použitia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Prázdna aplikácia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768096" y="24871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žiadne úlohy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68096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658368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Dve úlohy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56432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3593592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93592" y="2697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566160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3456432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záznamy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Jedna hotová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54496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30" name="Text 28"/>
          <p:cNvSpPr/>
          <p:nvPr/>
        </p:nvSpPr>
        <p:spPr>
          <a:xfrm>
            <a:off x="6391656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391656" y="2697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364224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254496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hotova: True, False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42248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Druhá odstránená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52560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52560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0576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9189720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162288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9052560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záznam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 časté chyby</a:t>
            </a:r>
            <a:endParaRPr lang="en-US" sz="2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command=funkcia()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spustí sa pri vytváraní tlačidla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command=funkcia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chýba kontrola výberu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IndexError bez označeného riadka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not vyber: return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zmena dát bez obnovy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okno ukazuje starý stav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obnov_zobrazenie()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Chyba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Príznak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Oprava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zatvorení okna sa úlohy stratia.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Aktuálna verzia drží stav iba v pamäti procesu. Ukladanie do JSON je prirodzené ďalšie rozšírenie, nie podmienka pochopenia udalostí.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Predpovedzte správanie aplikácie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1828800"/>
            <a:ext cx="4983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828800"/>
            <a:ext cx="498348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01952"/>
            <a:ext cx="4727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2724912"/>
            <a:ext cx="334414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8272" y="2724912"/>
            <a:ext cx="109069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8272" y="2807208"/>
            <a:ext cx="1090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14400" y="3319272"/>
            <a:ext cx="4544568" cy="174650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41071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Poslať zadanie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033272" y="379476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Prejsť si callbacky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4400" y="520293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041648" y="520293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4544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18745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184708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na Hotové bez výberu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6583680" y="23774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Nič sa nezmení.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583680" y="2944368"/>
            <a:ext cx="457200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227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2004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 medzery a Enter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83680" y="37307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 sa ignoruje.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6583680" y="4297680"/>
            <a:ext cx="457200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4581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55371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Prvý riadok a dva kliky na Hotové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83680" y="508406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Stav sa prepne tam a späť.</a:t>
            </a:r>
            <a:endParaRPr lang="en-US" sz="14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udalosti k zhodnému rozhraniu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cvičení môžete rovnaký model rozšíriť o editáciu textu alebo ukladanie do JSON.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mainloop()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/ bind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mení ulohy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obnov_zobrazenie()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 event-driven programovanie</dc:title>
  <dc:subject>Programovanie v Pythone</dc:subject>
  <dc:creator>TUKE FEI</dc:creator>
  <cp:lastModifiedBy>TUKE FEI</cp:lastModifiedBy>
  <cp:revision>1</cp:revision>
  <dcterms:created xsi:type="dcterms:W3CDTF">2026-09-26T13:59:57Z</dcterms:created>
  <dcterms:modified xsi:type="dcterms:W3CDTF">2026-09-26T13:59:57Z</dcterms:modified>
</cp:coreProperties>
</file>