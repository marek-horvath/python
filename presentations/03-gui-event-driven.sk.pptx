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a event-driven programovanie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Keď poradie programu určuje používateľ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Dva modely toku programu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Terminálový program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spracovanie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koniec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aplikácia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čaká na event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spustí callback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zmení stav alebo UI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čaká znova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loop drží aplikáciu pri živote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vytvoriť okno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a update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Najmenšie funkčné okno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root.title("Text Analyzer")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root.geometry("520x280")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 mainloop() už nepíšeme sekvenčný program. Nasledujúce kroky spúšťajú eventy používateľa alebo systému.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Widget je objekt. Callback je funkcia, ktorú event loop zavolá neskôr.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Tento rozdiel je základom čitateľného GUI kódu.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 potrebuje funkciu, nie jej výsledok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command=analyze odovzdá funkciu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command=analyze() ju spustí už pri tvorbe tlačidla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dostane kontrolu až po kliknutí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print("Analyze clicked")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text="Analyzovať",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command=analyze,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button.grid()</a:t>
            </a:r>
            <a:endParaRPr lang="en-US" sz="1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Prvý krok Text Analyzeru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ttk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ttk.Label(root, text="Zadajte text")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text="Analyzovať", command=analyze)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status.grid(row=0, column=0, sticky="w")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button.grid(row=1, column=0, pady=12)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ttk poskytuje systémovo ladené widgety. V príkladoch používame grid pre formulárové rozloženie.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 vyjadruje vzťahy, nie súradnice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Button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2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3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Vstup, callback, výstup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= ttk.Entry(root, width=48)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ttk.Label(root)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entry.get()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result.config(text=f"Počet znakov: {len(text)}")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entry.grid(row=1, column=0)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result.grid(row=3, column=0, sticky="w")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číta aktuálny stav widgetu a aktualizuje iný widget. Toto je jednoduchá forma toku stavu v GUI.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je tiež event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 callback nemá argument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bind handler dostane event objekt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spoločná funkcia zabráni duplicite logiky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on_return(event: tk.Event) -&gt;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analyze()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entry.bind("&lt;Return&gt;", on_return)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tlačidlo stále používa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command=analyze</a:t>
            </a:r>
            <a:endParaRPr lang="en-US" sz="15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callback nemá obsahovať celú aplikačnú logiku.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vieme logiku zavolať bez okna, vieme ju aj testovať a znovu použiť.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Čistá analýza textu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characters: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lines: int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TextStats(len(text), len(text.split()), text.count("\n") + 1 if text else 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Táto funkcia nepozná Entry, Label ani messagebox. GUI ju iba zavolá a zobrazí výsledok.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iba koordinuje 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stats = analyze_text(entry.get())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text=f"Slová: {stats.words}; riadky: {stats.lines}"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Oddelenie nie je MVC tutorial. Je to praktický spôsob, ako zmenšiť callback a overiť dôležitú logiku.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Validácia pri hranici používateľa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messagebox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entry.get().strip()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text: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messagebox.showerror("Chyba", "Zadajte text.")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result.config(text=str(analyze_text(text)))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Používateľský vstup môže byť prázdny alebo neplatný. Pred ďalším spracovaním ho validujeme na hranici UI.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Dialog je rozšírenie pracovného toku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 nie je chyba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k súboru môže zlyhať pri čítaní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z prednášky 02 ostáva užitočný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filedialog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open_file() -&gt;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filename = filedialog.askopenfilename(filetypes=[("Text", "*.txt")])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filename: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Path(filename).read_text(encoding="utf-8")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show_stats(analyze_text(text))</a:t>
            </a:r>
            <a:endParaRPr lang="en-US" sz="15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Prečo okno zamrzne?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sa počas sleep() deje s event loopom?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on_click() -&gt; None: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time.sleep(5)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status.config(text="Done")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Blokujúci callback zastaví event loop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kliknutie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sleep / dlhá operácia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žiadny ďalší event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naplánuje ďalší krok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datetime import datetime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update_clock()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status.config(text=datetime.now().strftime("%H:%M:%S"))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root.after(1000, update_clock)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update_clock()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vráti kontrolu event loopu. Nie je to náhrada pre CPU náročnú prácu, ale správny základ pre časované UI aktualizácie.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je krátky vstup, Text je dokument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sa číta cez get()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potrebuje rozsah od 1.0 po end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 analyzátor dokumentu je Text prirodzenejší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 = tk.Text(root, width=58, height=10)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editor.grid(row=1, column=0)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analyze_editor() -&gt;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editor.get("1.0", "end-1c")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show_stats(analyze_text(text))</a:t>
            </a:r>
            <a:endParaRPr lang="en-US" sz="15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StringVar je pozorovateľný stav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tk.StringVar(value="Bez súboru")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textvariable=filename)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set_file(path: Path)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filename.set(path.name)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StringVar nie je povinný pre každý widget. Pomáha tam, kde má stav viac pozorovateľov alebo väzieb.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 môže zlyhať aj po výbere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Path(filename).read_text(encoding="utf-8")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OSError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messagebox.showerror(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"Čítanie súboru", str(error)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editor.delete("1.0", "end")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editor.insert("1.0", text)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Výber súboru neznamená, že ho vieme prečítať. Ošetrujeme chybu priamo pri I/O operácii.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Canvas reaguje na súradnice eventu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kliknutie myšou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event.x / event.y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nakreslený objekt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Jednoduchý Canvas event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tk.Canvas(root, width=360, height=180)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draw_circle(event: tk.Event)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 = event.x, event.y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canvas.create_oval(x - 8, y - 8, x + 8, y + 8, fill="#1877B9")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canvas.bind("&lt;Button-1&gt;", draw_circle)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objekt nesie kontext udalosti. Ten istý callback môže reagovať na kliknutia na rôznych miestach.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Analyzer ako malá aplikácia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ui.py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vytvorí widgety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spracuje eventy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zobrazí výsledok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analysis.py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TextStats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analyze_text()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files.py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načíta text cez Path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GUI, logika a prístup k súborom majú odlišné dôvody na zmenu. Aj malý program získa jasnejšie hranice.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 a event-driven programovanie</dc:title>
  <dc:subject>Programovanie v Pythone</dc:subject>
  <dc:creator>TUKE FEI</dc:creator>
  <cp:lastModifiedBy>TUKE FEI</cp:lastModifiedBy>
  <cp:revision>1</cp:revision>
  <dcterms:created xsi:type="dcterms:W3CDTF">2026-09-15T21:10:56Z</dcterms:created>
  <dcterms:modified xsi:type="dcterms:W3CDTF">2026-09-15T21:10:56Z</dcterms:modified>
</cp:coreProperties>
</file>