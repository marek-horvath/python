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backend v Pythone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API klienta k API serveru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klient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náš program posiela request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cudzí server odpovedá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spracujeme JSON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riešime timeouty a chyby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cudzí klient posiela request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naša aplikácia odpovedá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validujeme vstup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vraciame status code a JSON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spája viac vrstiev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musí vedieť vlastné API?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klient pošle POST /students s JSON body, čo musí backend skontrolovať, uložiť a vrátiť?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je Python web framework pre tvorbu HTTP API. Priamo využíva type hints, Pydantic modely a generuje OpenAPI popis endpointov.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route decorator spája URL s Python funkciou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type hints pomáhajú validácii a dokumentácii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návratová hodnota sa serializuje ako response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Minimálna aplikácia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root():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{"message": "Hello"}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Spustenie development servera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main:app --reload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`main:app` je adresa objektu aplikácie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je Python modul a app je premenná, ktorá obsahuje FastAPI aplikáciu. --reload patrí do vývoja, nie ako produkčný proces manager.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zmena súboru reštartuje development server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chyby sú viditeľné rýchlo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produkčné nasadenie rieši samostatná vrstva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-&gt; endpoint -&gt;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/students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function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value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response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method a path určujú, ktorá funkcia sa zavolá.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Kolekcia a detail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list_students():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@app.get("/students/{student_id}")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get_student(student_id: int):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find_student(student_id)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parameter má typ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@app.get("/students/{student_id}")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get_student(student_id: int):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{"student_id": student_id}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použije type hint na konverziu hodnoty z URL.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parameters filtrujú alebo menia výpis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list_students(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 | None = None,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int = 20,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search_students(course=course, limit=limit)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alebo query?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/students/42 a /students?course=Python používajú iný typ parametra. Ktorý identifikuje konkrétny resource a ktorý filtruje zoznam?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hovorí aj cez status code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Typická situácia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úspešné načítanie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vytvorený resource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úspech bez response 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neplatná požiadavka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neexistuje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validácia vstupu zlyhala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body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vytváraní alebo úprave dát posiela klient JSON.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model opisuje vstup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BaseModel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StudentCreate(BaseModel):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email: str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input -&gt; validácia -&gt; Python objekt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body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validation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StudentCreate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function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Pravidlá nad poľami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BaseModel, Field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ResultCreate(BaseModel):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student_id: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course_id: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 = Field(ge=0, le=100)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 output model nemusia byť rovnaké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StudentResponse(BaseModel):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@app.post("/students", response_model=StudentResponse)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create_student(student: StudentCreate):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save_student(student)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sa stane pri nevalidnom type?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očakáva points: int, ale klient pošle JSON s hodnotou "abc". Má backend vrátiť úspech, 404, validačnú chybu alebo traceback?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HTTPException pre očakávané chyby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HTTPException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student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HTTPException(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status_code=404,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detail="Student not found",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API ako malý CRUD povrch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 /students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 /students/{id}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 /students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 /students/{id}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/students/{id}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pamäte k databáze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pochopenie HTTP stačí zoznam, na reálnu aplikáciu nie.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verzia je iba medzikrok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students: list[dict] = []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@app.post("/students")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create_student(student: StudentCreate):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students.append(student.model_dump())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sa stane po reštarte servera?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sú všetci študenti uložený iba v students = [], čo zostane po vypnutí a zapnutí aplikácie?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potrebuje perzistenciu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route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function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Databázový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Student(Base):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"students"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email: Mapped[str] = mapped_column(unique=True)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`Depends` pripraví dependency pre endpoint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Depends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get_session():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Session(engine) as session: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yield session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s databázou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create_db.py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@app.post("/students", response_model=StudentResponse, status_code=201)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create_student(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StudentCreate,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session: Session = Depends(get_session),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 = Student(name=data.name, email=data.email)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session.add(student)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session.refresh(student)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Databázová chyba má byť HTTP odpoveď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IntegrityError: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session.rollback()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HTTPException(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status_code=409,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detail="Email already exists",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nemá byť skladisko všetkej logiky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neprehľadné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validácia navyše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výpočty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externé API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formatovanie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udržateľné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route rieši HTTP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funkcia rieši aplikačnú logiku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databázový helper rieši perzistenciu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Dokumentácia API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Kontrakt API má byť čitateľný pre človeka aj nástroje.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vzniká z typov a endpointov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vie z route dekorátorov, type hints a Pydantic modelov vytvoriť popis API.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zoznam endpointov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request/response schema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validované typy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interaktívne rozhranie na /docs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Prečo nestačí ústne vysvetlenie API?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Klientský tím potrebuje vedieť presný tvar requestu, response a chýb. Ktoré časti API kontraktu musia byť explicitné?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Bezpečnostný základ backendu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Predchádzajúca prednáška sa zrazu týka každého endpointu.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vs. authorization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Who are you?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overenie identity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login, token, session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are you allowed to do?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oprávnenia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role, scopes, vlastníctvo dát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bezpečnostný základ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validovať vstupy cez Pydantic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nevracať interné tracebacks používateľovi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parameterizovaný databázový prístup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 mimo source code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timeouty pri volaní externých služieb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HTTPS v produkcii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stretnete pri browser frontende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frontend beží na inej origin než API, browser môže vyžadovať CORS povolenie. Nie je to databázová ani Python chyba.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Testovanie API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je správanie, ktoré vieme testovať bez ručného klikania.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TestClient: request bez reálneho servera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test_api.py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fastapi.testclient import TestClient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TestClient(app)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test_list_students():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client.get("/students")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response.status_code == 200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isinstance(response.json(), list)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Konfigurácia a logging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DATABASE_URL = os.environ["DATABASE_URL"]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 = os.getenv("DEBUG") == "true"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logger.info("Created student %s", student.id)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logger.warning("External API timeout")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vs. produkcia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reload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debug režim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lokálny server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viditeľné chyby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produkcia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 manager alebo container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HTTPS/reverse proxy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logging a monitoring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Ako sa spojil semester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Python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7797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5112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/ dataclass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4271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586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/ config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7458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0610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3694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009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0168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83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26642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957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API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od prázdneho súboru k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FastAPI()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GET /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 parameter a Pydantic model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 endpoint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/docs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krátky test cez TestClient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backend v Pythone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