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2066544"/>
            <a:ext cx="9921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backend v Pythone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32735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Postupne staviame FastAPI reservation API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33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 prednáške 05 bol Python klient. Teraz bude Python server.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prijíma HTTP requesty, validuje dáta, vykoná aplikačnú logiku, pracuje s databázou a vráti HTTP response.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Architektúra jedného requestu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route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logic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endpoint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musí existovať aplikácia a jeden route handler.</a:t>
            </a:r>
            <a:endParaRPr lang="en-US" sz="1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Minimálna FastAPI aplikácia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FastAPI(title="Reservation API")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@app.get("/health")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health() -&gt; dict[str, str]: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{"status": "ok"}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Dekorátor spája HTTP method + path s Python funkciou. Návratová hodnota sa serializuje do JSON.</a:t>
            </a:r>
            <a:endParaRPr lang="en-US" sz="1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server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uvicorn main:app --reload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main:app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 main, premenná app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--reload patrí do vývoja. Produkčné spúšťanie a deployment sú samostatná téma.</a:t>
            </a:r>
            <a:endParaRPr lang="en-US" sz="1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identifikuje resource, query parameter filtruje alebo mení výpis.</a:t>
            </a:r>
            <a:endParaRPr lang="en-US" sz="1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 parameter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@app.get("/rooms/{room_id}")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get_room(room_id: int) -&gt; RoomOut: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 = find_room(room_id)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room is None: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HTTPException(status_code=404, detail="room not found")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room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hint mení path parameter na int. Ak konverzia zlyhá, request neskončí v handleri ako úspech.</a:t>
            </a:r>
            <a:endParaRPr lang="en-US" sz="1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 parameters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@app.get("/reservations")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list_reservations(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room_id: int | None = None,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active: bool = True,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list[ReservationOut]: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search_reservations(room_id=room_id, active=active)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parametre sú dobré pre filtre a voľby výpisu. Neidentifikujú samostatný detail resource.</a:t>
            </a:r>
            <a:endParaRPr lang="en-US" sz="1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 alebo query?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992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Ktorá adresa pýta konkrétnu rezerváciu a ktorá filtruje zoznam rezervácií?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7863840" cy="3154680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7863840" cy="347472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420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96112" y="297180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/reservations/42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/reservations?room_id=4&amp;active=true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15400" y="2834640"/>
            <a:ext cx="2011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si odpoveď zdôvodnite. Potom kód spustite.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body and Pydantic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 POST a PATCH klient posiela JSON, ktorý musí mať kontrakt.</a:t>
            </a:r>
            <a:endParaRPr lang="en-US" sz="1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model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Field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ReservationCreate(BaseModel):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room_id: int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user_email: str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starts_at: datetime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ends_at: datetime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guests: int = Field(ge=1, le=20)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model opisuje tvar vstupu a základné pravidlá nad poľami.</a:t>
            </a:r>
            <a:endParaRPr lang="en-US" sz="1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 endpoint s request body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@app.post("/reservations", status_code=201)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create_reservation(payload: ReservationCreate) -&gt; ReservationOut: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reservation = service.create_reservation(payload)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reservation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Handler dostane validovaný Python objekt. Neparsuje surový JSON ručne.</a:t>
            </a:r>
            <a:endParaRPr lang="en-US" sz="1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error je HTTP response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"greater_than_equal",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"loc": ["body", "guests"],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"msg": "Input should be greater than or equal to 1",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"input": 0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Neplatné body nie je 500. Klient poslal request, ktorý nezodpovedá kontraktu.</a:t>
            </a:r>
            <a:endParaRPr lang="en-US" sz="15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model a response model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čo smie klient poslať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 server-generated id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validácia hranice systému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napr. ReservationCreate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čo backend garantuje v odpovedi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obsahuje id a stav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nesmie odhaliť interné polia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napr. ReservationOut</a:t>
            </a:r>
            <a:endParaRPr lang="en-US" sz="16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 model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ReservationOut(BaseModel):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int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room_id: int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user_email: str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starts_at: datetime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ends_at: datetime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str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@app.get("/reservations/{reservation_id}")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get_reservation(reservation_id: int) -&gt; ReservationOut: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service.get_reservation_or_404(reservation_id)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model je verejný kontrakt. Nemusí kopírovať databázový model.</a:t>
            </a:r>
            <a:endParaRPr lang="en-US" sz="1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Errors and CRUD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status má pomenovať výsledok operácie.</a:t>
            </a:r>
            <a:endParaRPr lang="en-US" sz="1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codes v reservation API</a:t>
            </a:r>
            <a:endParaRPr lang="en-US" sz="2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10899648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Situácia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Poznámka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vytvorená rezervácia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201 Created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 uspel a vznikol resource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neexistujúca rezervácia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404 Not Found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resource neexistuje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konflikt termínu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409 Conflict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request je validný, ale stav systému ho odmieta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nevalidný JSON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422 Unprocessable Content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FastAPI/Pydantic validation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Situácia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Poznámka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HTTPException pre očakávanú chybu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HTTPException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has_overlap(payload.room_id, payload.starts_at, payload.ends_at):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HTTPException(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status_code=409,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detail="room is already reserved",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Očakávaný aplikačný problém nie je traceback pre klienta. Je to kontrolovaná HTTP odpoveď.</a:t>
            </a:r>
            <a:endParaRPr lang="en-US" sz="1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In-memory CRUD je len medzikrok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reservations: dict[int, ReservationOut] = {}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next_id = 1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@app.get("/reservations")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list_reservations() -&gt; list[ReservationOut]: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list(reservations.values())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učenie routingu stačí pamäť. Po reštarte servera však dáta zmiznú a konzistenciu nič nevynucuje.</a:t>
            </a:r>
            <a:endParaRPr lang="en-US" sz="1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boundary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06 sa vracia ako perzistencia backendu.</a:t>
            </a:r>
            <a:endParaRPr lang="en-US" sz="19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SQLAlchemy model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Reservation(Base):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__tablename__ = "reservations"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Mapped[int] = mapped_column(primary_key=True)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room_id: Mapped[int] = mapped_column(ForeignKey("rooms.id"))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user_email: Mapped[str]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starts_at: Mapped[datetime]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ends_at: Mapped[datetime]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Databázový model je interný. API response model je verejný kontrakt.</a:t>
            </a:r>
            <a:endParaRPr lang="en-US" sz="1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Depends pripraví Session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get_session() -&gt; Iterator[Session]: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Session(engine) as session: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session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@app.get("/rooms")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list_rooms(session: Session = Depends(get_session)):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session.scalars(select(Room)).all()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oddelí tvorbu Session od handlera. Rovnaký mechanizmus sa používa pri testoch aj konfigurácii.</a:t>
            </a:r>
            <a:endParaRPr lang="en-US" sz="1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 s databázou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@app.post("/reservations", response_model=ReservationOut, status_code=201)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create_reservation(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payload: ReservationCreate,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session: Session = Depends(get_session),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reservation = Reservation(**payload.model_dump())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session.add(reservation)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session.commit()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session.refresh(reservation)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reservation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Tento handler je už na hrane veľkosti. Konflikty, autorizácia a zložitejšie pravidlá patria do aplikačnej služby.</a:t>
            </a:r>
            <a:endParaRPr lang="en-US" sz="15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Contract, tests, configuration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musí byť čitateľný pre človeka, klienta aj test.</a:t>
            </a:r>
            <a:endParaRPr lang="en-US" sz="19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OpenAPI vzniká z typov a routov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z dekorátorov, type hints a Pydantic modelov vytvorí schému API, ktorú vidíme v /docs.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endpointy a HTTP methods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query/path/body parametre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modely a status codes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validačné chyby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TestClient overuje správanie API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tests/test_api.py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fastapi.testclient import TestClient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app.main import app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TestClient(app)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test_create_reservation_rejects_zero_guests():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client.post("/reservations", json={"guests": 0})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response.status_code == 422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posiela HTTP request do aplikácie bez ručného browsera a bez reálneho sieťového servera.</a:t>
            </a:r>
            <a:endParaRPr lang="en-US" sz="17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Konfigurácia cez environment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pydantic_settings import BaseSettings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Settings(BaseSettings):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database_url: str = "sqlite:///./dev.db"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log_level: str = "INFO"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= Settings()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Konfigurácia mení prostredie, nie source code. Secrets však stále nesmú končiť v logoch.</a:t>
            </a:r>
            <a:endParaRPr lang="en-US" sz="17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vs authorization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kto poslal request?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token, session, identity provider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zlyhanie typicky 401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čo smie tento používateľ urobiť?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role, vlastníctvo, policy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zlyhanie typicky 403</a:t>
            </a:r>
            <a:endParaRPr lang="en-US" sz="16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async/await rieši čakanie na I/O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neznamená automaticky rýchlejší kód. Pomáha vtedy, keď server čaká na sieť, databázu alebo iné I/O a framework môže obslúžiť ďalší request.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CPU-bound práca potrebuje inú stratégiu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nemiešať blokujúce volania do async handlerov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knižnice musí podporovať async API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merajte, nepredpokladajte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boundary</a:t>
            </a:r>
            <a:endParaRPr lang="en-US" sz="28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10899648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Oblasť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Development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 concern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server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uvicorn --reload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process manager, workers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lokálne SQLite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migrácie, backup, pooling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logging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čitateľné lokálne logy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centralizácia, redaction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validácia a secrets mimo kódu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TLS, auth, monitoring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Oblasť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concern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Ako sa spojil semester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foundations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+ GUI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+ database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security + backend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je syntéza, nie nový izolovaný svet.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Používa rovnaké návyky ako zvyšok predmetu: pomenované dáta, malé funkcie, explicitné chyby, testy, konfiguráciu mimo kódu a rešpekt k hraniciam systému.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backend v Pythone</dc:title>
  <dc:subject>Programovanie v Pythone</dc:subject>
  <dc:creator>TUKE FEI</dc:creator>
  <cp:lastModifiedBy>TUKE FEI</cp:lastModifiedBy>
  <cp:revision>1</cp:revision>
  <dcterms:created xsi:type="dcterms:W3CDTF">2026-09-15T21:51:36Z</dcterms:created>
  <dcterms:modified xsi:type="dcterms:W3CDTF">2026-09-15T21:51:36Z</dcterms:modified>
</cp:coreProperties>
</file>