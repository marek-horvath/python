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Bezpečné programovanie v Pythone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Problematic code → risk → safer pattern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každý vstup prichádza od človeka, ktorý chce aplikácii pomôcť.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Používateľský text, súbor, sieť, environment aj externý proces sú hranice dôvery. Na týchto hraniciach vzniká väčšina praktických chýb.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Nedôveryhodné vstupy v bežnom Pythone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input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path / upload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response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subprocess output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Konverzia typu nie je celá validácia.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Syntaktická a sémantická validácia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Syntaktická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 sa hodnota parsovať?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 to celé číslo?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 email formát?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zvyčajne lokálna kontrola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Sémantická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 hodnota povolený význam?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existuje room_id?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 používateľ právo?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často potrebuje kontext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Allowlist pre malý rozsah volieb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allowed_formats = {"csv", "json"}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export_format not in allowed_formats: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ValueError("unsupported export format")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output_dir / f"report.{export_format}"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Blocklist sa snaží uhádnuť všetko zlé. Allowlist pomenuje, čo je v tejto časti aplikácie prípustné.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Injection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Hodnota nesmie meniť štruktúru príkazu.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injection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problém: SQL skladané z textu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riziko: vstup zmení dotaz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placeholders + parameters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f"SELECT * FROM users WHERE email = '{email}'"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connection.execute(sql)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email = ?",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(email,),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 injection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problém: command ako jeden shell string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riziko: shell interpretuje špeciálne znaky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program a argumenty oddelene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["ping", "-n", "1", host],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check=True,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shell=True je hranica navyše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shelli už nespúšťame len program s argumentmi. Odovzdávame text ďalšiemu interpretru.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shell nepotrebujete, nepoužívajte ho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argument list jasne oddeľuje program a hodnoty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 vstupu stále zostáva potrebná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logujte zlyhanie bez citlivých údajov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nie je kód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 a interpreter sú rozdielne nástroje.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eval() nie je parser konfigurácie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eval(user_text)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 pre dátový formát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json.loads(user_text)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isinstance(settings, dict):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ValueError("settings must be an object")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čakáte dáta, použite dátový formát. Spúšťanie Python výrazu je iná kategória rizika.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vs pickle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dátový formát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text, čísla, listy, objekty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neobnovuje ľubovoľné Python objekty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stále treba validovať obsah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serializácia objektov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vhodné len pre dôveryhodné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deserializácia môže spustiť nebezpečné správanie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je výmenný formát pre používateľa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 pickle je nedôveryhodná deserializácia.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je to otázka toho, či má súbor príponu .pickle. Otázka je, kto dáta vytvoril a či ich smieme pustiť do mechanizmu, ktorý obnovuje Python objekty.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and secrets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súboru a tajomstvo v konfigurácii sú citlivé hranice.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traversal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problém: používateľ určuje celú cestu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riziko: únik mimo povolený adresár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pattern: resolve + kontrola prefixu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= Path("uploads").resolve()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(base / filename).resolve()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target.is_relative_to(base):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ValueError("invalid path")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= target.read_text(encoding="utf-8")</a:t>
            </a:r>
            <a:endParaRPr lang="en-US" sz="15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súboroch nestačí názov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extension nie je dôkaz obsahu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veľkosť súboru je bezpečnostný aj prevádzkový limit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relatívna cesta sa musí vyriešiť voči povolenému adresáru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chyba nemá prezradiť interné cesty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 nepatrí do commitu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hardcoded token sa ľahko dostane do histórie Gitu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alebo secret manager dodá hodnotu pri behu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 je lokálna pomôcka, nie verejný zdroj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"sk_live_..."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RuntimeError("API_KEY is missing")</a:t>
            </a:r>
            <a:endParaRPr lang="en-US" sz="15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vs secrets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simulácie a náhodné testovacie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reprodukovateľnosť cez seed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pre tokeny a heslá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kryptograficky vhodná náhodnosť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token_urlsafe()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 linky, API tokeny, CSRF hodnoty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cez secrets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secrets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create_reset_token()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secrets.token_urlsafe(32)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create_reset_token()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má byť neuhádnuteľný. Nemusí byť zapamätateľný ani reprodukovateľný.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Passwords and crypto terms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Encoding, hashing a encryption riešia rozdielne problémy.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 / hashing / encryption</a:t>
            </a:r>
            <a:endParaRPr lang="en-US" sz="2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Pojem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 čo slúži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encoding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reprezentácia dát v inom tvare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UTF-8, Base64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hashing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jednosmerný odtlačok dát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SHA-256 pre integritu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password hashing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pomalé overenie hesla so salt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Argon2, bcrypt, scrypt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encryption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šifrovanie a dešifrovanie s kľúčom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Fernet, AES-GCM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Pojem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čo slúži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Heslá neukladáme plaintext ani obyčajný SHA-256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každé heslo potrebuje vlastný salt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algoritmus má byť zámerne pomalý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použite overenú knižnicu alebo framework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nikdy nevymýšľajte vlastnú kryptografiu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Dependencies and logging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Bezpečnosť sa nekončí pri vlastnom kóde.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Nástroje hľadajú rôzne triedy problémov</a:t>
            </a:r>
            <a:endParaRPr lang="en-US" sz="2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Nástroj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Čo vie nájsť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Bandit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podozrivé bezpečnostné vzory v Pythone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nález treba interpretovať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pip-audit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známe CVE v dependencies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nevidí vlastnú logiku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opravy vo frameworkoch a knižniciach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môžu meniť správanie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tests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regresie po bezpečnostnej oprave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nie sú security audit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vie nájsť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Logy nesmú niesť citlivé dáta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logy sa často ukladajú dlhšie než request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môže k nim mať prístup viac ľudí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logujte identifikátor udalosti, nie token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logger.info("Login failed: %s %s", email, password)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logger.error("API key: %s", api_key)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lepšie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logger.info("Login failed for user_id=%s", user_id)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logger.error("External API authentication failed")</a:t>
            </a:r>
            <a:endParaRPr lang="en-US" sz="15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defaults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Bezpečné programovanie je séria malých rozhodnutí na hraniciach systému.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validovať vstup tam, kde vstup vstupuje do systému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oddeľovať štruktúru príkazu od hodnôt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nepúšťať nedôveryhodné dáta do interpreterov a deserializérov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tajomstvá a heslá spracúvať špecializovanými nástrojmi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diagnostika nesmie zvyšovať únik dát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Bezpečné programovanie v Pythone</dc:title>
  <dc:subject>Programovanie v Pythone</dc:subject>
  <dc:creator>TUKE FEI</dc:creator>
  <cp:lastModifiedBy>TUKE FEI</cp:lastModifiedBy>
  <cp:revision>1</cp:revision>
  <dcterms:created xsi:type="dcterms:W3CDTF">2026-09-15T21:39:11Z</dcterms:created>
  <dcterms:modified xsi:type="dcterms:W3CDTF">2026-09-15T21:39:11Z</dcterms:modified>
</cp:coreProperties>
</file>