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Bezpečné programovanie v Pythone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Bezpečnosť ako vlastnosť bežného kódu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Nebudeme písať exploity. Budeme rozpoznávať bežné chyby v aplikačnom kóde a nahrádzať ich bezpečnejšími návykmi.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validácia vstupov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bezpečné SQL a subprocess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secrets mimo source code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rozumné chyby, logy a závislosti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Prvá otázka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ak vstup neposkytne človek, ktorý chce, aby aplikácia fungovala správne?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Plocha útoku v našom kurze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input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7797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5112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4271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1586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07458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0610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3694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1009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0168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83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26642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957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Vstupu neveríme naslepo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Vstup nemusí mať správny typ, správny rozsah, očakávaný formát ani dobrý úmysel.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dáta z formulára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argumenty CLI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 z API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názvy súborov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environment variables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Konverzia nie je celá validácia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iba syntakticky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user_input = "-500"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int(user_input)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 významovo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= int(user_input)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0 &lt;= age &lt;= 130: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ValueError("Neplatný vek")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 býva jednoduchší než blocklist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allowed_extensions = {".txt", ".csv", ".json"}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suffix = ".csv"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suffix not in allowed_extensions: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ValueError("Nepovolený typ súboru")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ešte kontrolovať?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Používateľ zadá názov súboru report.csv. Stačí skontrolovať príponu, alebo nás zaujíma aj veľkosť, umiestnenie a obsah?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Chyba, ktorej sa dá vyhnúť jednoduchým návykom.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Zle: SQL skladané ako string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bad_sql.py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input("Meno: 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= f"SELECT * FROM users WHERE name = '{name}'"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cursor.execute(query)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Kto skladá SQL?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 name v tomto kóde význam iba hodnoty, alebo môže zmeniť štruktúru SQL dotazu?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Lepšie: parametrizovaný dotaz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good_sql.py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input("Meno: 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users WHERE name = ?",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(name,),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Externý program spúšťame s jasne oddelenými argumentmi.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Zle: command cez shell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bad_subprocess.py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 = input("Host: 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subprocess.run(f"ping {host}", shell=True)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Lepšie: program a argumenty oddelene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safe_subprocess.py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 = input("Host: 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subprocess.run(["ping", host], check=True)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Prečo je `shell=True` rizikové?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sa mení, keď časť commandu pochádza od používateľa a celý text interpretujeme cez shell?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Spúšťanie textu ako kódu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eval, exec a nedôveryhodná serializácia.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`eval()` vyhodnotí Python výraz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user_input = input("Expression: 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eval(user_input)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Alternatíva závisí od účelu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chceme voľbu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mapping string -&gt; funkcia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allowlist operácií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žiadne vykonávanie textu ako kódu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chceme dáta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ast.literal_eval iba pre literal dáta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vlastný parser pri vlastnej syntaxi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`exec()` je rovnaká kategória rizika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exec() vykonáva Python statements. Pri nedôveryhodnom vstupe je to priame spúšťanie cudzieho kódu v našom procese.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Môžeme načítať tento pickle?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pickle.loads(untrusted_data)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Pickle nie je bezpečný výmenný formát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Python-specific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vie obnovovať objekty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nepoužívať pre nedôveryhodné dáta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jednoduché dátové typy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vhodnejší na výmenu dát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obsah stále validujeme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Pozor aj na loadery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Niektoré serializačné knižnice vedia vytvárať objekty alebo spúšťať špeciálne konštruktory. Pri nedôveryhodných dátach používajte bezpečný loader a čítajte dokumentáciu.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Súbory a cesty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Názov súboru od používateľa nie je automaticky bezpečná cesta.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traversal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path_bad.py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upload_dir = Path("uploads")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"../../config.txt"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upload_dir / filename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Filename môže obsahovať časti cesty, ktoré programátor nečakal.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Cesta musí zostať v povolenom adresári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path_safe.py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= Path("uploads").resolve()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(base / filename).resolve()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target.is_relative_to(base):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ValueError("Cesta mimo uploads")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 súboroch nestačí veriť názvu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extension nie je dôkaz obsahu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MIME type môže byť zavádzajúci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treba riešiť veľkosť súboru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ukladať mimo citlivých miest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chybové stavy riešiť explicitne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a konfigurácia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Heslá, tokeny a API keys nepatria do source code.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v Gite zostáva problém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bad_secret.py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"abc123-secret-value"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print("Calling API...")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Konfigurácia cez environment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os.environ["API_KEY"]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base_url = os.getenv("API_BASE_URL", "https://api.example.com")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`.env` je development convenience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API_KEY=local-development-key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.gitignore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.env.*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`random` a `secrets` majú iný účel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`random`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simulácie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testovacie dáta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náhodný výber v aplikácii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`secrets`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reset token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 token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security-sensitive random value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generujeme cez `secrets`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secrets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= secrets.token_urlsafe(32)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print(token)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Hashing, encryption, encoding</a:t>
            </a:r>
            <a:endParaRPr 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Pojem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Význam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Hashing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one-way odtlačok dát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reverzibilné šifrovanie s kľúčom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zmena reprezentácie, nie bezpečnosť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Heslá neukladáme plaintext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obyčajný SHA-256 hash nie je dobrý password storage scheme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potrebujeme salt a password hashing function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Argon2, bcrypt alebo scrypt sú správna kategória nástrojov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nevymýšľame vlastný algoritmus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Používame high-level crypto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fernet.py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cryptography.fernet import Fernet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= Fernet.generate_key()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fernet = Fernet(key)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= fernet.encrypt(b"secret data")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= fernet.decrypt(token)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 závislosti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Bezpečnosť nekončí pri vlastnom kóde.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vs HTTPS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bez šifrovania prenosu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nevhodné pre citlivé dáta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ľahšie odpočúvateľné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encryption in transit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identita servera cez certifikát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štandard pre produkčné API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`verify=False` nie je oprava problému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bad_tls.py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"https://example.com",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verify=False,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Third-party packages sú súčasť attack surface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známe zraniteľnosti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opustený balík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preklep v názve package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dependency chain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nepotrebné balíky v projekte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Nástroje vedia upozorniť na známe problémy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analysis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bandit -r 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audit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pip-audit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Logy a chybové správy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 diagnostika môže prezradiť priveľa.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Logy nesmú obsahovať secrets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bad_logging.py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 = "anna"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 = "secret"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logging.info("Login: %s / %s", username, password)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Krátky security review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review_me.py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"dev-key"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input("Name: 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 = input("Host: ")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= f"SELECT * FROM users WHERE name = '{name}'"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subprocess.run(f"ping {host}", shell=True)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cursor.execute(query)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si odniesť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Validujte vstupy na hranici systému.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 skladajte cez parametre, nie cez f-string.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Nedôveryhodný text nespúšťajte ako Python ani shell command.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Secrets, závislosti a logy sú súčasť bezpečnosti.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Ďalšia téma: Web backend v Pythone.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Bezpečné programovanie v Pythone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